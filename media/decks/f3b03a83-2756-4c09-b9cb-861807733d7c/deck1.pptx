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  <p:sldMasterId id="2147483659" r:id="rId2"/>
  </p:sldMasterIdLst>
  <p:notesMasterIdLst>
    <p:notesMasterId r:id="rId11"/>
  </p:notesMasterIdLst>
  <p:sldIdLst>
    <p:sldId id="256" r:id="rId3"/>
    <p:sldId id="259" r:id="rId4"/>
    <p:sldId id="319" r:id="rId5"/>
    <p:sldId id="321" r:id="rId6"/>
    <p:sldId id="320" r:id="rId7"/>
    <p:sldId id="322" r:id="rId8"/>
    <p:sldId id="317" r:id="rId9"/>
    <p:sldId id="316" r:id="rId10"/>
  </p:sldIdLst>
  <p:sldSz cx="9144000" cy="5143500" type="screen16x9"/>
  <p:notesSz cx="6858000" cy="9144000"/>
  <p:embeddedFontLst>
    <p:embeddedFont>
      <p:font typeface="Aptos Narrow" panose="020B0004020202020204" pitchFamily="34" charset="0"/>
      <p:regular r:id="rId12"/>
      <p:bold r:id="rId13"/>
      <p:italic r:id="rId14"/>
      <p:boldItalic r:id="rId15"/>
    </p:embeddedFont>
    <p:embeddedFont>
      <p:font typeface="Catamaran" panose="020B0604020202020204" charset="0"/>
      <p:regular r:id="rId16"/>
      <p:bold r:id="rId17"/>
    </p:embeddedFont>
    <p:embeddedFont>
      <p:font typeface="Catamaran Thin" panose="020B0604020202020204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8300"/>
    <a:srgbClr val="E8EFF4"/>
    <a:srgbClr val="CEDB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3EC2C83-4F27-46E9-AB52-EA9CB43B9D6F}">
  <a:tblStyle styleId="{93EC2C83-4F27-46E9-AB52-EA9CB43B9D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77553AC-1573-4A18-AE2D-678138A4FA2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23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85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8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2F7EF10F-5390-7B25-B0B9-10183F772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:notes">
            <a:extLst>
              <a:ext uri="{FF2B5EF4-FFF2-40B4-BE49-F238E27FC236}">
                <a16:creationId xmlns:a16="http://schemas.microsoft.com/office/drawing/2014/main" id="{958826AE-B3D7-3E6E-B0AD-41E0600CD5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p:notes">
            <a:extLst>
              <a:ext uri="{FF2B5EF4-FFF2-40B4-BE49-F238E27FC236}">
                <a16:creationId xmlns:a16="http://schemas.microsoft.com/office/drawing/2014/main" id="{121FE9FD-121A-55D1-08B4-0B7B4B2C64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28932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A162A4EE-4D38-36D6-7AF6-9646C7317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5f391192_029:notes">
            <a:extLst>
              <a:ext uri="{FF2B5EF4-FFF2-40B4-BE49-F238E27FC236}">
                <a16:creationId xmlns:a16="http://schemas.microsoft.com/office/drawing/2014/main" id="{8852D95F-632F-85C9-3631-E75FAA3D16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5f391192_029:notes">
            <a:extLst>
              <a:ext uri="{FF2B5EF4-FFF2-40B4-BE49-F238E27FC236}">
                <a16:creationId xmlns:a16="http://schemas.microsoft.com/office/drawing/2014/main" id="{E5912D9B-4ECC-C317-D690-28D89CF6C0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3834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8649FA56-CB83-B328-E168-188B9538F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:notes">
            <a:extLst>
              <a:ext uri="{FF2B5EF4-FFF2-40B4-BE49-F238E27FC236}">
                <a16:creationId xmlns:a16="http://schemas.microsoft.com/office/drawing/2014/main" id="{D61CF336-FDE6-B2D4-98A8-F55A7AE26E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p:notes">
            <a:extLst>
              <a:ext uri="{FF2B5EF4-FFF2-40B4-BE49-F238E27FC236}">
                <a16:creationId xmlns:a16="http://schemas.microsoft.com/office/drawing/2014/main" id="{DB5BA360-D3BE-A708-17EC-4A4FD4BFB2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5494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1D2285FB-88E5-37D8-0A9B-69600A924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5f391192_029:notes">
            <a:extLst>
              <a:ext uri="{FF2B5EF4-FFF2-40B4-BE49-F238E27FC236}">
                <a16:creationId xmlns:a16="http://schemas.microsoft.com/office/drawing/2014/main" id="{121504C3-CC03-03B8-F616-C29B84F14F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5f391192_029:notes">
            <a:extLst>
              <a:ext uri="{FF2B5EF4-FFF2-40B4-BE49-F238E27FC236}">
                <a16:creationId xmlns:a16="http://schemas.microsoft.com/office/drawing/2014/main" id="{7247273B-7198-370C-0414-992E8B6BE3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3889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15BF8C3B-1353-A6D2-8D64-54223A3A6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:notes">
            <a:extLst>
              <a:ext uri="{FF2B5EF4-FFF2-40B4-BE49-F238E27FC236}">
                <a16:creationId xmlns:a16="http://schemas.microsoft.com/office/drawing/2014/main" id="{E0423DD1-622E-839C-0613-94EDEDB73E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p:notes">
            <a:extLst>
              <a:ext uri="{FF2B5EF4-FFF2-40B4-BE49-F238E27FC236}">
                <a16:creationId xmlns:a16="http://schemas.microsoft.com/office/drawing/2014/main" id="{6360CE1F-2C8E-C24B-5487-C8FEB60D94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9098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90FFFC7D-2403-9FDF-EDBC-CE175D489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f391192_00:notes">
            <a:extLst>
              <a:ext uri="{FF2B5EF4-FFF2-40B4-BE49-F238E27FC236}">
                <a16:creationId xmlns:a16="http://schemas.microsoft.com/office/drawing/2014/main" id="{DFBD5E12-8FCC-F6DB-6F04-808AFCEA0E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5f391192_00:notes">
            <a:extLst>
              <a:ext uri="{FF2B5EF4-FFF2-40B4-BE49-F238E27FC236}">
                <a16:creationId xmlns:a16="http://schemas.microsoft.com/office/drawing/2014/main" id="{B92BD1C2-7480-A19A-E04D-20EF248C7C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3026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accen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981075" y="-78100"/>
            <a:ext cx="11516344" cy="5221552"/>
            <a:chOff x="-981075" y="-78100"/>
            <a:chExt cx="11516344" cy="5221552"/>
          </a:xfrm>
        </p:grpSpPr>
        <p:sp>
          <p:nvSpPr>
            <p:cNvPr id="11" name="Google Shape;11;p2"/>
            <p:cNvSpPr/>
            <p:nvPr/>
          </p:nvSpPr>
          <p:spPr>
            <a:xfrm rot="10800000">
              <a:off x="4304464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419277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10800000">
              <a:off x="2189989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133400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247913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476888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620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190677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41963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534106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-98107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247878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36235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848601" y="18269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448201" y="-781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-581024" y="334095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152450" y="131360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496375" y="316145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 rot="10800000">
              <a:off x="7744475" y="-9"/>
              <a:ext cx="1027674" cy="752485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30" name="Google Shape;30;p2"/>
          <p:cNvSpPr txBox="1">
            <a:spLocks noGrp="1"/>
          </p:cNvSpPr>
          <p:nvPr>
            <p:ph type="ctrTitle"/>
          </p:nvPr>
        </p:nvSpPr>
        <p:spPr>
          <a:xfrm>
            <a:off x="702900" y="3250075"/>
            <a:ext cx="49551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AC4B872A-10BD-867A-657D-3811742814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08474" y="119408"/>
            <a:ext cx="1344168" cy="3690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/>
          <p:nvPr/>
        </p:nvSpPr>
        <p:spPr>
          <a:xfrm>
            <a:off x="8576425" y="673174"/>
            <a:ext cx="624020" cy="68879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grpSp>
        <p:nvGrpSpPr>
          <p:cNvPr id="72" name="Google Shape;72;p5"/>
          <p:cNvGrpSpPr/>
          <p:nvPr/>
        </p:nvGrpSpPr>
        <p:grpSpPr>
          <a:xfrm flipH="1">
            <a:off x="-876241" y="-8"/>
            <a:ext cx="3939131" cy="5143498"/>
            <a:chOff x="6320991" y="-7"/>
            <a:chExt cx="3630818" cy="5143498"/>
          </a:xfrm>
        </p:grpSpPr>
        <p:sp>
          <p:nvSpPr>
            <p:cNvPr id="73" name="Google Shape;73;p5"/>
            <p:cNvSpPr/>
            <p:nvPr/>
          </p:nvSpPr>
          <p:spPr>
            <a:xfrm>
              <a:off x="6320991" y="4115782"/>
              <a:ext cx="1403568" cy="1027710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7806636" y="4115782"/>
              <a:ext cx="1403568" cy="1027710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8548210" y="260974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76" name="Google Shape;76;p5"/>
            <p:cNvSpPr/>
            <p:nvPr/>
          </p:nvSpPr>
          <p:spPr>
            <a:xfrm rot="10800000">
              <a:off x="7806422" y="30"/>
              <a:ext cx="1404540" cy="515400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7806643" y="1543679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7065077" y="260974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 dirty="0">
                <a:solidFill>
                  <a:srgbClr val="000000"/>
                </a:solidFill>
              </a:endParaRPr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8745616" y="1335143"/>
              <a:ext cx="835681" cy="92246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7133773" y="3941724"/>
              <a:ext cx="507445" cy="5601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 rot="10800000">
              <a:off x="7406482" y="-7"/>
              <a:ext cx="720792" cy="527782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7331887" y="2181982"/>
              <a:ext cx="962029" cy="106196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8548210" y="2833077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84" name="Google Shape;84;p5"/>
          <p:cNvSpPr txBox="1">
            <a:spLocks noGrp="1"/>
          </p:cNvSpPr>
          <p:nvPr>
            <p:ph type="title"/>
          </p:nvPr>
        </p:nvSpPr>
        <p:spPr>
          <a:xfrm>
            <a:off x="2436856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85" name="Google Shape;85;p5"/>
          <p:cNvSpPr txBox="1">
            <a:spLocks noGrp="1"/>
          </p:cNvSpPr>
          <p:nvPr>
            <p:ph type="body" idx="1"/>
          </p:nvPr>
        </p:nvSpPr>
        <p:spPr>
          <a:xfrm>
            <a:off x="2436856" y="1503550"/>
            <a:ext cx="6010500" cy="288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r" rtl="1">
              <a:spcBef>
                <a:spcPts val="0"/>
              </a:spcBef>
              <a:spcAft>
                <a:spcPts val="0"/>
              </a:spcAft>
              <a:buSzPts val="1600"/>
              <a:buChar char="⬢"/>
              <a:defRPr/>
            </a:lvl1pPr>
            <a:lvl2pPr marL="914400" lvl="1" indent="-330200" rtl="0">
              <a:spcBef>
                <a:spcPts val="800"/>
              </a:spcBef>
              <a:spcAft>
                <a:spcPts val="0"/>
              </a:spcAft>
              <a:buSzPts val="1600"/>
              <a:buChar char="⬡"/>
              <a:defRPr/>
            </a:lvl2pPr>
            <a:lvl3pPr marL="1371600" lvl="2" indent="-330200" rtl="0">
              <a:spcBef>
                <a:spcPts val="800"/>
              </a:spcBef>
              <a:spcAft>
                <a:spcPts val="0"/>
              </a:spcAft>
              <a:buSzPts val="1600"/>
              <a:buChar char="⬡"/>
              <a:defRPr/>
            </a:lvl3pPr>
            <a:lvl4pPr marL="1828800" lvl="3" indent="-381000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6" name="Google Shape;86;p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" name="Picture 1" descr="A green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6112A910-F5E9-9590-2331-510BE9E28C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03958" y="126877"/>
            <a:ext cx="1347537" cy="36283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accen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981075" y="-78100"/>
            <a:ext cx="11516344" cy="5221552"/>
            <a:chOff x="-981075" y="-78100"/>
            <a:chExt cx="11516344" cy="5221552"/>
          </a:xfrm>
        </p:grpSpPr>
        <p:sp>
          <p:nvSpPr>
            <p:cNvPr id="11" name="Google Shape;11;p2"/>
            <p:cNvSpPr/>
            <p:nvPr/>
          </p:nvSpPr>
          <p:spPr>
            <a:xfrm rot="10800000">
              <a:off x="4304464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419277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10800000">
              <a:off x="2189989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133400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247913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476888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620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190677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41963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534106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-98107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247878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36235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848601" y="18269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448201" y="-781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-581024" y="334095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152450" y="131360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496375" y="316145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 rot="10800000">
              <a:off x="7744475" y="-9"/>
              <a:ext cx="1027674" cy="752485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30" name="Google Shape;30;p2"/>
          <p:cNvSpPr txBox="1">
            <a:spLocks noGrp="1"/>
          </p:cNvSpPr>
          <p:nvPr>
            <p:ph type="ctrTitle"/>
          </p:nvPr>
        </p:nvSpPr>
        <p:spPr>
          <a:xfrm>
            <a:off x="702900" y="3250075"/>
            <a:ext cx="49551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AC4B872A-10BD-867A-657D-3811742814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08474" y="119408"/>
            <a:ext cx="1344168" cy="369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69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 userDrawn="1">
  <p:cSld name="Subtitl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3"/>
          <p:cNvGrpSpPr/>
          <p:nvPr/>
        </p:nvGrpSpPr>
        <p:grpSpPr>
          <a:xfrm>
            <a:off x="-981075" y="-78100"/>
            <a:ext cx="11516344" cy="5221552"/>
            <a:chOff x="-981075" y="-78100"/>
            <a:chExt cx="11516344" cy="5221552"/>
          </a:xfrm>
        </p:grpSpPr>
        <p:sp>
          <p:nvSpPr>
            <p:cNvPr id="33" name="Google Shape;33;p3"/>
            <p:cNvSpPr/>
            <p:nvPr/>
          </p:nvSpPr>
          <p:spPr>
            <a:xfrm rot="10800000">
              <a:off x="4304464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4" name="Google Shape;34;p3"/>
            <p:cNvSpPr/>
            <p:nvPr/>
          </p:nvSpPr>
          <p:spPr>
            <a:xfrm rot="10800000">
              <a:off x="6419277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5" name="Google Shape;35;p3"/>
            <p:cNvSpPr/>
            <p:nvPr/>
          </p:nvSpPr>
          <p:spPr>
            <a:xfrm rot="10800000">
              <a:off x="2189989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1133400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3247913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7476888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9" name="Google Shape;39;p3"/>
            <p:cNvSpPr/>
            <p:nvPr userDrawn="1"/>
          </p:nvSpPr>
          <p:spPr>
            <a:xfrm>
              <a:off x="6443335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2190677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104382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8534106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-98107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3247878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536235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7848601" y="18269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1448201" y="-781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-581024" y="334095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1152450" y="131360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7496375" y="316145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51" name="Google Shape;51;p3"/>
            <p:cNvSpPr/>
            <p:nvPr/>
          </p:nvSpPr>
          <p:spPr>
            <a:xfrm rot="10800000">
              <a:off x="7744475" y="-9"/>
              <a:ext cx="1027674" cy="752485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2" name="Google Shape;52;p3"/>
          <p:cNvSpPr txBox="1">
            <a:spLocks noGrp="1"/>
          </p:cNvSpPr>
          <p:nvPr>
            <p:ph type="ctrTitle"/>
          </p:nvPr>
        </p:nvSpPr>
        <p:spPr>
          <a:xfrm>
            <a:off x="542727" y="2884378"/>
            <a:ext cx="5811000" cy="47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Google Shape;53;p3"/>
          <p:cNvSpPr txBox="1">
            <a:spLocks noGrp="1"/>
          </p:cNvSpPr>
          <p:nvPr>
            <p:ph type="subTitle" idx="1"/>
          </p:nvPr>
        </p:nvSpPr>
        <p:spPr>
          <a:xfrm>
            <a:off x="542727" y="3385436"/>
            <a:ext cx="5811000" cy="41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2pPr>
            <a:lvl3pPr lvl="2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3pPr>
            <a:lvl4pPr lvl="3" rtl="0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800"/>
              </a:spcBef>
              <a:spcAft>
                <a:spcPts val="80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4" name="Picture 3" descr="A green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DCD3A5C3-8747-0867-29CA-4AF88CD68C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03958" y="126877"/>
            <a:ext cx="1347537" cy="36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48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/>
          <p:nvPr/>
        </p:nvSpPr>
        <p:spPr>
          <a:xfrm>
            <a:off x="8576425" y="673174"/>
            <a:ext cx="624020" cy="68879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grpSp>
        <p:nvGrpSpPr>
          <p:cNvPr id="72" name="Google Shape;72;p5"/>
          <p:cNvGrpSpPr/>
          <p:nvPr/>
        </p:nvGrpSpPr>
        <p:grpSpPr>
          <a:xfrm flipH="1">
            <a:off x="-876241" y="-8"/>
            <a:ext cx="3939131" cy="5143498"/>
            <a:chOff x="6320991" y="-7"/>
            <a:chExt cx="3630818" cy="5143498"/>
          </a:xfrm>
        </p:grpSpPr>
        <p:sp>
          <p:nvSpPr>
            <p:cNvPr id="73" name="Google Shape;73;p5"/>
            <p:cNvSpPr/>
            <p:nvPr/>
          </p:nvSpPr>
          <p:spPr>
            <a:xfrm>
              <a:off x="6320991" y="4115782"/>
              <a:ext cx="1403568" cy="1027710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7806636" y="4115782"/>
              <a:ext cx="1403568" cy="1027710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8548210" y="260974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76" name="Google Shape;76;p5"/>
            <p:cNvSpPr/>
            <p:nvPr/>
          </p:nvSpPr>
          <p:spPr>
            <a:xfrm rot="10800000">
              <a:off x="7806422" y="30"/>
              <a:ext cx="1404540" cy="515400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7806643" y="1543679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7065077" y="260974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 dirty="0">
                <a:solidFill>
                  <a:srgbClr val="000000"/>
                </a:solidFill>
              </a:endParaRPr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8745616" y="1335143"/>
              <a:ext cx="835681" cy="92246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7133773" y="3941724"/>
              <a:ext cx="507445" cy="5601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 rot="10800000">
              <a:off x="7406482" y="-7"/>
              <a:ext cx="720792" cy="527782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7331887" y="2181982"/>
              <a:ext cx="962029" cy="106196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8548210" y="2833077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84" name="Google Shape;84;p5"/>
          <p:cNvSpPr txBox="1">
            <a:spLocks noGrp="1"/>
          </p:cNvSpPr>
          <p:nvPr>
            <p:ph type="title"/>
          </p:nvPr>
        </p:nvSpPr>
        <p:spPr>
          <a:xfrm>
            <a:off x="2436856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85" name="Google Shape;85;p5"/>
          <p:cNvSpPr txBox="1">
            <a:spLocks noGrp="1"/>
          </p:cNvSpPr>
          <p:nvPr>
            <p:ph type="body" idx="1"/>
          </p:nvPr>
        </p:nvSpPr>
        <p:spPr>
          <a:xfrm>
            <a:off x="2436856" y="1503550"/>
            <a:ext cx="6010500" cy="288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r" rtl="1">
              <a:spcBef>
                <a:spcPts val="0"/>
              </a:spcBef>
              <a:spcAft>
                <a:spcPts val="0"/>
              </a:spcAft>
              <a:buSzPts val="1600"/>
              <a:buChar char="⬢"/>
              <a:defRPr/>
            </a:lvl1pPr>
            <a:lvl2pPr marL="914400" lvl="1" indent="-330200" rtl="0">
              <a:spcBef>
                <a:spcPts val="800"/>
              </a:spcBef>
              <a:spcAft>
                <a:spcPts val="0"/>
              </a:spcAft>
              <a:buSzPts val="1600"/>
              <a:buChar char="⬡"/>
              <a:defRPr/>
            </a:lvl2pPr>
            <a:lvl3pPr marL="1371600" lvl="2" indent="-330200" rtl="0">
              <a:spcBef>
                <a:spcPts val="800"/>
              </a:spcBef>
              <a:spcAft>
                <a:spcPts val="0"/>
              </a:spcAft>
              <a:buSzPts val="1600"/>
              <a:buChar char="⬡"/>
              <a:defRPr/>
            </a:lvl3pPr>
            <a:lvl4pPr marL="1828800" lvl="3" indent="-381000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6" name="Google Shape;86;p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" name="Picture 1" descr="A green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6112A910-F5E9-9590-2331-510BE9E28C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03958" y="126877"/>
            <a:ext cx="1347537" cy="36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295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Color background">
  <p:cSld name="Blank - Color background">
    <p:bg>
      <p:bgPr>
        <a:solidFill>
          <a:schemeClr val="accent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74" name="Google Shape;174;p11"/>
          <p:cNvGrpSpPr/>
          <p:nvPr/>
        </p:nvGrpSpPr>
        <p:grpSpPr>
          <a:xfrm>
            <a:off x="-981075" y="-78100"/>
            <a:ext cx="11516344" cy="5221552"/>
            <a:chOff x="-981075" y="-78100"/>
            <a:chExt cx="11516344" cy="5221552"/>
          </a:xfrm>
        </p:grpSpPr>
        <p:sp>
          <p:nvSpPr>
            <p:cNvPr id="175" name="Google Shape;175;p11"/>
            <p:cNvSpPr/>
            <p:nvPr/>
          </p:nvSpPr>
          <p:spPr>
            <a:xfrm rot="10800000">
              <a:off x="4304464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6" name="Google Shape;176;p11"/>
            <p:cNvSpPr/>
            <p:nvPr/>
          </p:nvSpPr>
          <p:spPr>
            <a:xfrm rot="10800000">
              <a:off x="6419277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7" name="Google Shape;177;p11"/>
            <p:cNvSpPr/>
            <p:nvPr/>
          </p:nvSpPr>
          <p:spPr>
            <a:xfrm rot="10800000">
              <a:off x="2189989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8" name="Google Shape;178;p11"/>
            <p:cNvSpPr/>
            <p:nvPr/>
          </p:nvSpPr>
          <p:spPr>
            <a:xfrm>
              <a:off x="1133400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9" name="Google Shape;179;p11"/>
            <p:cNvSpPr/>
            <p:nvPr/>
          </p:nvSpPr>
          <p:spPr>
            <a:xfrm>
              <a:off x="3247913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0" name="Google Shape;180;p11"/>
            <p:cNvSpPr/>
            <p:nvPr/>
          </p:nvSpPr>
          <p:spPr>
            <a:xfrm>
              <a:off x="7476888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1" name="Google Shape;181;p11"/>
            <p:cNvSpPr/>
            <p:nvPr/>
          </p:nvSpPr>
          <p:spPr>
            <a:xfrm>
              <a:off x="7620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2" name="Google Shape;182;p11"/>
            <p:cNvSpPr/>
            <p:nvPr/>
          </p:nvSpPr>
          <p:spPr>
            <a:xfrm>
              <a:off x="2190677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3" name="Google Shape;183;p11"/>
            <p:cNvSpPr/>
            <p:nvPr/>
          </p:nvSpPr>
          <p:spPr>
            <a:xfrm>
              <a:off x="641963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8534106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-98107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3247878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536235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7848601" y="18269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1448201" y="-781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-581024" y="334095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1152450" y="131360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7496375" y="316145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93" name="Google Shape;193;p11"/>
            <p:cNvSpPr/>
            <p:nvPr/>
          </p:nvSpPr>
          <p:spPr>
            <a:xfrm rot="10800000">
              <a:off x="7744475" y="-9"/>
              <a:ext cx="1027674" cy="752485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2CD5A17A-376F-586B-1E9D-19997276AA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08474" y="119408"/>
            <a:ext cx="1344168" cy="369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871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79100" y="1503550"/>
            <a:ext cx="6010500" cy="28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atamaran Thin"/>
              <a:buChar char="⬢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1pPr>
            <a:lvl2pPr marL="914400" lvl="1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atamaran Thin"/>
              <a:buChar char="⬡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2pPr>
            <a:lvl3pPr marL="1371600" lvl="2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tamaran Thin"/>
              <a:buChar char="⬡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3pPr>
            <a:lvl4pPr marL="1828800" lvl="3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●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4pPr>
            <a:lvl5pPr marL="2286000" lvl="4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○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5pPr>
            <a:lvl6pPr marL="2743200" lvl="5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■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6pPr>
            <a:lvl7pPr marL="3200400" lvl="6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●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7pPr>
            <a:lvl8pPr marL="3657600" lvl="7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○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8pPr>
            <a:lvl9pPr marL="4114800" lvl="8" indent="-381000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400"/>
              <a:buFont typeface="Catamaran Thin"/>
              <a:buChar char="■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79100" y="1503550"/>
            <a:ext cx="6010500" cy="28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atamaran Thin"/>
              <a:buChar char="⬢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1pPr>
            <a:lvl2pPr marL="914400" lvl="1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atamaran Thin"/>
              <a:buChar char="⬡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2pPr>
            <a:lvl3pPr marL="1371600" lvl="2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tamaran Thin"/>
              <a:buChar char="⬡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3pPr>
            <a:lvl4pPr marL="1828800" lvl="3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●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4pPr>
            <a:lvl5pPr marL="2286000" lvl="4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○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5pPr>
            <a:lvl6pPr marL="2743200" lvl="5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■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6pPr>
            <a:lvl7pPr marL="3200400" lvl="6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●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7pPr>
            <a:lvl8pPr marL="3657600" lvl="7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○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8pPr>
            <a:lvl9pPr marL="4114800" lvl="8" indent="-381000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400"/>
              <a:buFont typeface="Catamaran Thin"/>
              <a:buChar char="■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414579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"/>
          <p:cNvSpPr txBox="1">
            <a:spLocks noGrp="1"/>
          </p:cNvSpPr>
          <p:nvPr>
            <p:ph type="ctrTitle"/>
          </p:nvPr>
        </p:nvSpPr>
        <p:spPr>
          <a:xfrm>
            <a:off x="4747845" y="2392324"/>
            <a:ext cx="3498601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dirty="0">
                <a:latin typeface="Calibri" panose="020F0502020204030204" pitchFamily="34" charset="0"/>
                <a:cs typeface="Calibri" panose="020F0502020204030204" pitchFamily="34" charset="0"/>
              </a:rPr>
              <a:t>تقرير نظام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Fleet Express</a:t>
            </a:r>
          </a:p>
        </p:txBody>
      </p:sp>
      <p:pic>
        <p:nvPicPr>
          <p:cNvPr id="4" name="Google Shape;221;p14">
            <a:extLst>
              <a:ext uri="{FF2B5EF4-FFF2-40B4-BE49-F238E27FC236}">
                <a16:creationId xmlns:a16="http://schemas.microsoft.com/office/drawing/2014/main" id="{9F0DBB02-66B2-1CCC-E916-AE426E1CDC08}"/>
              </a:ext>
            </a:extLst>
          </p:cNvPr>
          <p:cNvPicPr preferRelativeResize="0"/>
          <p:nvPr/>
        </p:nvPicPr>
        <p:blipFill>
          <a:blip r:embed="rId3"/>
          <a:srcRect l="-3895" t="-111398" r="-3743" b="-76248"/>
          <a:stretch/>
        </p:blipFill>
        <p:spPr>
          <a:xfrm>
            <a:off x="1202218" y="831212"/>
            <a:ext cx="2574957" cy="2842680"/>
          </a:xfrm>
          <a:custGeom>
            <a:avLst/>
            <a:gdLst/>
            <a:ahLst/>
            <a:cxnLst/>
            <a:rect l="l" t="t" r="r" b="b"/>
            <a:pathLst>
              <a:path w="21598" h="21456" extrusionOk="0">
                <a:moveTo>
                  <a:pt x="10800" y="0"/>
                </a:moveTo>
                <a:cubicBezTo>
                  <a:pt x="10183" y="0"/>
                  <a:pt x="9567" y="144"/>
                  <a:pt x="9014" y="430"/>
                </a:cubicBezTo>
                <a:lnTo>
                  <a:pt x="1782" y="4189"/>
                </a:lnTo>
                <a:cubicBezTo>
                  <a:pt x="678" y="4763"/>
                  <a:pt x="0" y="5821"/>
                  <a:pt x="0" y="6968"/>
                </a:cubicBezTo>
                <a:lnTo>
                  <a:pt x="0" y="14485"/>
                </a:lnTo>
                <a:cubicBezTo>
                  <a:pt x="1" y="15633"/>
                  <a:pt x="681" y="16694"/>
                  <a:pt x="1786" y="17268"/>
                </a:cubicBezTo>
                <a:lnTo>
                  <a:pt x="9018" y="21026"/>
                </a:lnTo>
                <a:cubicBezTo>
                  <a:pt x="10122" y="21600"/>
                  <a:pt x="11480" y="21600"/>
                  <a:pt x="12585" y="21026"/>
                </a:cubicBezTo>
                <a:lnTo>
                  <a:pt x="19817" y="17268"/>
                </a:lnTo>
                <a:cubicBezTo>
                  <a:pt x="20922" y="16693"/>
                  <a:pt x="21600" y="15633"/>
                  <a:pt x="21599" y="14485"/>
                </a:cubicBezTo>
                <a:lnTo>
                  <a:pt x="21599" y="6968"/>
                </a:lnTo>
                <a:cubicBezTo>
                  <a:pt x="21599" y="5820"/>
                  <a:pt x="20922" y="4762"/>
                  <a:pt x="19817" y="4189"/>
                </a:cubicBezTo>
                <a:lnTo>
                  <a:pt x="12585" y="430"/>
                </a:lnTo>
                <a:cubicBezTo>
                  <a:pt x="12033" y="144"/>
                  <a:pt x="11416" y="0"/>
                  <a:pt x="10800" y="0"/>
                </a:cubicBezTo>
                <a:close/>
              </a:path>
            </a:pathLst>
          </a:custGeom>
          <a:noFill/>
          <a:ln>
            <a:noFill/>
          </a:ln>
          <a:effectLst>
            <a:glow rad="12700">
              <a:schemeClr val="bg1"/>
            </a:glo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 txBox="1">
            <a:spLocks noGrp="1"/>
          </p:cNvSpPr>
          <p:nvPr>
            <p:ph type="ctrTitle"/>
          </p:nvPr>
        </p:nvSpPr>
        <p:spPr>
          <a:xfrm>
            <a:off x="483384" y="3025058"/>
            <a:ext cx="5811000" cy="47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dirty="0">
                <a:latin typeface="Calibri" panose="020F0502020204030204" pitchFamily="34" charset="0"/>
                <a:cs typeface="Calibri" panose="020F0502020204030204" pitchFamily="34" charset="0"/>
              </a:rPr>
              <a:t>ملخص المشروع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8" name="Google Shape;228;p15"/>
          <p:cNvSpPr txBox="1"/>
          <p:nvPr/>
        </p:nvSpPr>
        <p:spPr>
          <a:xfrm>
            <a:off x="6393994" y="2250563"/>
            <a:ext cx="2004000" cy="22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9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tamaran"/>
                <a:ea typeface="Catamaran"/>
                <a:cs typeface="Catamaran"/>
                <a:sym typeface="Catamaran"/>
              </a:rPr>
              <a:t>1</a:t>
            </a:r>
            <a:endParaRPr kumimoji="0" sz="9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A5D41E62-1D2C-734B-C3EE-F2655EE18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">
            <a:extLst>
              <a:ext uri="{FF2B5EF4-FFF2-40B4-BE49-F238E27FC236}">
                <a16:creationId xmlns:a16="http://schemas.microsoft.com/office/drawing/2014/main" id="{9CC53CB9-15DE-6F8B-3B82-1DE0F72C41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644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dirty="0">
                <a:latin typeface="Calibri" panose="020F0502020204030204" pitchFamily="34" charset="0"/>
                <a:cs typeface="Calibri" panose="020F0502020204030204" pitchFamily="34" charset="0"/>
              </a:rPr>
              <a:t>ملخص المشروع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1" name="Google Shape;241;p17">
            <a:extLst>
              <a:ext uri="{FF2B5EF4-FFF2-40B4-BE49-F238E27FC236}">
                <a16:creationId xmlns:a16="http://schemas.microsoft.com/office/drawing/2014/main" id="{150D2DCA-D0FC-C64D-8123-18CCA6835F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8EEC3D4-256E-99C4-8FA1-C96246323605}"/>
              </a:ext>
            </a:extLst>
          </p:cNvPr>
          <p:cNvGrpSpPr/>
          <p:nvPr/>
        </p:nvGrpSpPr>
        <p:grpSpPr>
          <a:xfrm>
            <a:off x="2059101" y="1468051"/>
            <a:ext cx="6581279" cy="1914643"/>
            <a:chOff x="1207046" y="1495759"/>
            <a:chExt cx="6581279" cy="1914643"/>
          </a:xfrm>
        </p:grpSpPr>
        <p:sp>
          <p:nvSpPr>
            <p:cNvPr id="3" name="Rounded Rectangle 71">
              <a:extLst>
                <a:ext uri="{FF2B5EF4-FFF2-40B4-BE49-F238E27FC236}">
                  <a16:creationId xmlns:a16="http://schemas.microsoft.com/office/drawing/2014/main" id="{58C52BA5-18D3-48DC-B22D-7D570F69AF97}"/>
                </a:ext>
              </a:extLst>
            </p:cNvPr>
            <p:cNvSpPr/>
            <p:nvPr/>
          </p:nvSpPr>
          <p:spPr>
            <a:xfrm>
              <a:off x="1207046" y="1527545"/>
              <a:ext cx="1028168" cy="1870300"/>
            </a:xfrm>
            <a:prstGeom prst="roundRect">
              <a:avLst>
                <a:gd name="adj" fmla="val 13420"/>
              </a:avLst>
            </a:prstGeom>
            <a:solidFill>
              <a:schemeClr val="accent6">
                <a:alpha val="30000"/>
              </a:schemeClr>
            </a:solidFill>
            <a:ln cap="flat">
              <a:noFill/>
              <a:prstDash val="solid"/>
            </a:ln>
            <a:effectLst>
              <a:outerShdw blurRad="184150" dist="241300" dir="11520000" sx="110000" sy="110000" algn="ctr">
                <a:srgbClr val="000000">
                  <a:alpha val="18000"/>
                </a:srgbClr>
              </a:outerShdw>
            </a:effectLst>
            <a:scene3d>
              <a:camera prst="perspectiveFront" fov="5100000">
                <a:rot lat="0" lon="2100000" rev="0"/>
              </a:camera>
              <a:lightRig rig="flood" dir="t">
                <a:rot lat="0" lon="0" rev="13800000"/>
              </a:lightRig>
            </a:scene3d>
            <a:sp3d extrusionH="107950" prstMaterial="plastic">
              <a:bevelT w="82550" h="63500" prst="divot"/>
              <a:bevelB/>
            </a:sp3d>
          </p:spPr>
          <p:txBody>
            <a:bodyPr vert="vert270" wrap="none" lIns="45000" tIns="22500" rIns="45000" bIns="22500" anchor="ctr" anchorCtr="1" compatLnSpc="0"/>
            <a:lstStyle/>
            <a:p>
              <a:pPr hangingPunct="0"/>
              <a:r>
                <a:rPr lang="ar-SA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دورة المشروع</a:t>
              </a:r>
              <a:endParaRPr lang="en-non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A9B999E-123B-902F-B3B4-BF927E21B915}"/>
                </a:ext>
              </a:extLst>
            </p:cNvPr>
            <p:cNvGrpSpPr/>
            <p:nvPr/>
          </p:nvGrpSpPr>
          <p:grpSpPr>
            <a:xfrm>
              <a:off x="2356440" y="1495759"/>
              <a:ext cx="5431885" cy="1914643"/>
              <a:chOff x="2684902" y="2025211"/>
              <a:chExt cx="5431885" cy="1914643"/>
            </a:xfrm>
          </p:grpSpPr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4287801C-1492-4095-280F-3F8DA4C7B7B0}"/>
                  </a:ext>
                </a:extLst>
              </p:cNvPr>
              <p:cNvCxnSpPr>
                <a:stCxn id="2" idx="2"/>
                <a:endCxn id="11" idx="0"/>
              </p:cNvCxnSpPr>
              <p:nvPr/>
            </p:nvCxnSpPr>
            <p:spPr>
              <a:xfrm flipH="1">
                <a:off x="6193623" y="2414043"/>
                <a:ext cx="406092" cy="1309"/>
              </a:xfrm>
              <a:prstGeom prst="straightConnector1">
                <a:avLst/>
              </a:prstGeom>
              <a:ln>
                <a:solidFill>
                  <a:schemeClr val="accent4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06D0E88F-D239-B677-84D4-FBA66F74A50A}"/>
                  </a:ext>
                </a:extLst>
              </p:cNvPr>
              <p:cNvCxnSpPr>
                <a:stCxn id="11" idx="2"/>
                <a:endCxn id="15" idx="0"/>
              </p:cNvCxnSpPr>
              <p:nvPr/>
            </p:nvCxnSpPr>
            <p:spPr>
              <a:xfrm flipH="1" flipV="1">
                <a:off x="4249879" y="2414043"/>
                <a:ext cx="426672" cy="1309"/>
              </a:xfrm>
              <a:prstGeom prst="straightConnector1">
                <a:avLst/>
              </a:prstGeom>
              <a:ln>
                <a:solidFill>
                  <a:schemeClr val="bg2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22710C6F-2D81-D7FB-613C-F1FA3D1DBB7E}"/>
                  </a:ext>
                </a:extLst>
              </p:cNvPr>
              <p:cNvCxnSpPr>
                <a:cxnSpLocks/>
                <a:stCxn id="23" idx="0"/>
                <a:endCxn id="27" idx="2"/>
              </p:cNvCxnSpPr>
              <p:nvPr/>
            </p:nvCxnSpPr>
            <p:spPr>
              <a:xfrm>
                <a:off x="6193623" y="3551024"/>
                <a:ext cx="406092" cy="0"/>
              </a:xfrm>
              <a:prstGeom prst="straightConnector1">
                <a:avLst/>
              </a:prstGeom>
              <a:ln>
                <a:solidFill>
                  <a:srgbClr val="AC830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A8D396BC-144C-DDC4-F7DC-AF67180C8326}"/>
                  </a:ext>
                </a:extLst>
              </p:cNvPr>
              <p:cNvCxnSpPr>
                <a:cxnSpLocks/>
                <a:stCxn id="19" idx="0"/>
                <a:endCxn id="23" idx="2"/>
              </p:cNvCxnSpPr>
              <p:nvPr/>
            </p:nvCxnSpPr>
            <p:spPr>
              <a:xfrm>
                <a:off x="4249879" y="3551024"/>
                <a:ext cx="426672" cy="0"/>
              </a:xfrm>
              <a:prstGeom prst="straightConnector1">
                <a:avLst/>
              </a:prstGeom>
              <a:ln>
                <a:solidFill>
                  <a:schemeClr val="accent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BC7CBEA5-7107-FB72-456E-BDC629A6FAEF}"/>
                  </a:ext>
                </a:extLst>
              </p:cNvPr>
              <p:cNvCxnSpPr>
                <a:cxnSpLocks/>
                <a:stCxn id="15" idx="1"/>
                <a:endCxn id="19" idx="3"/>
              </p:cNvCxnSpPr>
              <p:nvPr/>
            </p:nvCxnSpPr>
            <p:spPr>
              <a:xfrm>
                <a:off x="3491343" y="2802873"/>
                <a:ext cx="0" cy="359320"/>
              </a:xfrm>
              <a:prstGeom prst="straightConnector1">
                <a:avLst/>
              </a:prstGeom>
              <a:ln>
                <a:solidFill>
                  <a:schemeClr val="accent3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D890905B-FC67-6EB6-5154-6463CD5F8F11}"/>
                  </a:ext>
                </a:extLst>
              </p:cNvPr>
              <p:cNvGrpSpPr/>
              <p:nvPr/>
            </p:nvGrpSpPr>
            <p:grpSpPr>
              <a:xfrm>
                <a:off x="6543119" y="2025211"/>
                <a:ext cx="1573668" cy="777662"/>
                <a:chOff x="6543119" y="2025211"/>
                <a:chExt cx="1573668" cy="777662"/>
              </a:xfrm>
            </p:grpSpPr>
            <p:sp>
              <p:nvSpPr>
                <p:cNvPr id="2" name="Rectangle: Top Corners One Rounded and One Snipped 1">
                  <a:extLst>
                    <a:ext uri="{FF2B5EF4-FFF2-40B4-BE49-F238E27FC236}">
                      <a16:creationId xmlns:a16="http://schemas.microsoft.com/office/drawing/2014/main" id="{5AD63CD5-17F5-D9B7-EBAE-16FC1525E6E5}"/>
                    </a:ext>
                  </a:extLst>
                </p:cNvPr>
                <p:cNvSpPr/>
                <p:nvPr/>
              </p:nvSpPr>
              <p:spPr>
                <a:xfrm>
                  <a:off x="6599715" y="2025212"/>
                  <a:ext cx="1517072" cy="777661"/>
                </a:xfrm>
                <a:prstGeom prst="snipRound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accent1"/>
                    </a:solidFill>
                  </a:endParaRPr>
                </a:p>
              </p:txBody>
            </p:sp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D95568CB-F1C2-C847-1EF7-3ECCFE20FAAE}"/>
                    </a:ext>
                  </a:extLst>
                </p:cNvPr>
                <p:cNvGrpSpPr/>
                <p:nvPr/>
              </p:nvGrpSpPr>
              <p:grpSpPr>
                <a:xfrm>
                  <a:off x="6543119" y="2025211"/>
                  <a:ext cx="540855" cy="349431"/>
                  <a:chOff x="6543119" y="2025211"/>
                  <a:chExt cx="540855" cy="349431"/>
                </a:xfrm>
              </p:grpSpPr>
              <p:sp>
                <p:nvSpPr>
                  <p:cNvPr id="51" name="Diagonal Stripe 50">
                    <a:extLst>
                      <a:ext uri="{FF2B5EF4-FFF2-40B4-BE49-F238E27FC236}">
                        <a16:creationId xmlns:a16="http://schemas.microsoft.com/office/drawing/2014/main" id="{F785017C-9F41-0B11-A8DF-62BC43C4AC85}"/>
                      </a:ext>
                    </a:extLst>
                  </p:cNvPr>
                  <p:cNvSpPr/>
                  <p:nvPr/>
                </p:nvSpPr>
                <p:spPr>
                  <a:xfrm>
                    <a:off x="6599715" y="2025211"/>
                    <a:ext cx="484259" cy="349431"/>
                  </a:xfrm>
                  <a:prstGeom prst="diagStripe">
                    <a:avLst>
                      <a:gd name="adj" fmla="val 38279"/>
                    </a:avLst>
                  </a:prstGeom>
                  <a:solidFill>
                    <a:schemeClr val="accent3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8A323BB4-5C26-E580-E695-ABD3443C2BB4}"/>
                      </a:ext>
                    </a:extLst>
                  </p:cNvPr>
                  <p:cNvSpPr txBox="1"/>
                  <p:nvPr/>
                </p:nvSpPr>
                <p:spPr>
                  <a:xfrm rot="19447367">
                    <a:off x="6543119" y="2030429"/>
                    <a:ext cx="436338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 rtl="1"/>
                    <a:r>
                      <a:rPr lang="ar-SA" sz="1000" dirty="0">
                        <a:solidFill>
                          <a:schemeClr val="bg1"/>
                        </a:solidFill>
                        <a:latin typeface="+mj-lt"/>
                      </a:rPr>
                      <a:t>مكتمل</a:t>
                    </a:r>
                    <a:endParaRPr lang="en-US" sz="1050" dirty="0">
                      <a:solidFill>
                        <a:schemeClr val="bg1"/>
                      </a:solidFill>
                      <a:latin typeface="+mj-lt"/>
                    </a:endParaRPr>
                  </a:p>
                </p:txBody>
              </p:sp>
            </p:grpSp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051BB067-B20C-5D3C-7CFF-E59DE8141190}"/>
                    </a:ext>
                  </a:extLst>
                </p:cNvPr>
                <p:cNvGrpSpPr/>
                <p:nvPr/>
              </p:nvGrpSpPr>
              <p:grpSpPr>
                <a:xfrm>
                  <a:off x="6960676" y="2139172"/>
                  <a:ext cx="878275" cy="591931"/>
                  <a:chOff x="6919114" y="2062349"/>
                  <a:chExt cx="878275" cy="591931"/>
                </a:xfrm>
              </p:grpSpPr>
              <p:sp>
                <p:nvSpPr>
                  <p:cNvPr id="4" name="Google Shape;300;p21">
                    <a:extLst>
                      <a:ext uri="{FF2B5EF4-FFF2-40B4-BE49-F238E27FC236}">
                        <a16:creationId xmlns:a16="http://schemas.microsoft.com/office/drawing/2014/main" id="{E22532CA-70F3-A3B3-E3B5-0A7B83ECDF85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6919114" y="2062349"/>
                    <a:ext cx="878275" cy="22984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t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defPPr>
                    <a:lvl1pPr marL="457200" marR="0" lvl="0" indent="-330200" algn="r" rtl="1" eaLnBrk="1" hangingPunct="1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accent5"/>
                      </a:buClr>
                      <a:buSzPts val="1600"/>
                      <a:buFont typeface="Catamaran Thin"/>
                      <a:buChar char="⬢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1pPr>
                    <a:lvl2pPr marL="914400" marR="0" lvl="1" indent="-3302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accent5"/>
                      </a:buClr>
                      <a:buSzPts val="1600"/>
                      <a:buFont typeface="Catamaran Thin"/>
                      <a:buChar char="⬡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2pPr>
                    <a:lvl3pPr marL="1371600" marR="0" lvl="2" indent="-3302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2"/>
                      </a:buClr>
                      <a:buSzPts val="1600"/>
                      <a:buFont typeface="Catamaran Thin"/>
                      <a:buChar char="⬡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3pPr>
                    <a:lvl4pPr marL="1828800" marR="0" lvl="3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●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4pPr>
                    <a:lvl5pPr marL="2286000" marR="0" lvl="4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○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5pPr>
                    <a:lvl6pPr marL="2743200" marR="0" lvl="5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■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6pPr>
                    <a:lvl7pPr marL="3200400" marR="0" lvl="6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●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7pPr>
                    <a:lvl8pPr marL="3657600" marR="0" lvl="7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○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8pPr>
                    <a:lvl9pPr marL="4114800" marR="0" lvl="8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80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■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9pPr>
                  </a:lstStyle>
                  <a:p>
                    <a:pPr marL="127000" indent="0" algn="ctr">
                      <a:buNone/>
                    </a:pPr>
                    <a:r>
                      <a:rPr lang="ar-SA" sz="1200" b="1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المرحلة الاولى</a:t>
                    </a:r>
                    <a:endParaRPr lang="en-US" sz="1200" b="1" dirty="0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" name="Google Shape;300;p21">
                    <a:extLst>
                      <a:ext uri="{FF2B5EF4-FFF2-40B4-BE49-F238E27FC236}">
                        <a16:creationId xmlns:a16="http://schemas.microsoft.com/office/drawing/2014/main" id="{A0E7DAEC-CB9B-66D0-2021-EC232A02E483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7116122" y="2424436"/>
                    <a:ext cx="484259" cy="22984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t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defPPr>
                    <a:lvl1pPr marL="457200" marR="0" lvl="0" indent="-330200" algn="r" rtl="1" eaLnBrk="1" hangingPunct="1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accent5"/>
                      </a:buClr>
                      <a:buSzPts val="1600"/>
                      <a:buFont typeface="Catamaran Thin"/>
                      <a:buChar char="⬢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1pPr>
                    <a:lvl2pPr marL="914400" marR="0" lvl="1" indent="-3302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accent5"/>
                      </a:buClr>
                      <a:buSzPts val="1600"/>
                      <a:buFont typeface="Catamaran Thin"/>
                      <a:buChar char="⬡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2pPr>
                    <a:lvl3pPr marL="1371600" marR="0" lvl="2" indent="-3302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2"/>
                      </a:buClr>
                      <a:buSzPts val="1600"/>
                      <a:buFont typeface="Catamaran Thin"/>
                      <a:buChar char="⬡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3pPr>
                    <a:lvl4pPr marL="1828800" marR="0" lvl="3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●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4pPr>
                    <a:lvl5pPr marL="2286000" marR="0" lvl="4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○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5pPr>
                    <a:lvl6pPr marL="2743200" marR="0" lvl="5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■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6pPr>
                    <a:lvl7pPr marL="3200400" marR="0" lvl="6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●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7pPr>
                    <a:lvl8pPr marL="3657600" marR="0" lvl="7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○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8pPr>
                    <a:lvl9pPr marL="4114800" marR="0" lvl="8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80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■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9pPr>
                  </a:lstStyle>
                  <a:p>
                    <a:pPr marL="127000" indent="0" algn="ctr">
                      <a:buNone/>
                    </a:pPr>
                    <a:r>
                      <a:rPr lang="ar-SA" sz="10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التحليل</a:t>
                    </a:r>
                    <a:endParaRPr lang="en-US" sz="1000" dirty="0"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grpSp>
            <p:nvGrpSpPr>
              <p:cNvPr id="198" name="Group 197">
                <a:extLst>
                  <a:ext uri="{FF2B5EF4-FFF2-40B4-BE49-F238E27FC236}">
                    <a16:creationId xmlns:a16="http://schemas.microsoft.com/office/drawing/2014/main" id="{AF4E0AA7-9315-AB5F-8780-89189DE1A3E0}"/>
                  </a:ext>
                </a:extLst>
              </p:cNvPr>
              <p:cNvGrpSpPr/>
              <p:nvPr/>
            </p:nvGrpSpPr>
            <p:grpSpPr>
              <a:xfrm>
                <a:off x="4636138" y="2026521"/>
                <a:ext cx="1557485" cy="777661"/>
                <a:chOff x="4636138" y="2026521"/>
                <a:chExt cx="1557485" cy="777661"/>
              </a:xfrm>
            </p:grpSpPr>
            <p:sp>
              <p:nvSpPr>
                <p:cNvPr id="11" name="Rectangle: Top Corners One Rounded and One Snipped 10">
                  <a:extLst>
                    <a:ext uri="{FF2B5EF4-FFF2-40B4-BE49-F238E27FC236}">
                      <a16:creationId xmlns:a16="http://schemas.microsoft.com/office/drawing/2014/main" id="{79D07B46-CF5F-C6D5-6171-626371C5C948}"/>
                    </a:ext>
                  </a:extLst>
                </p:cNvPr>
                <p:cNvSpPr/>
                <p:nvPr/>
              </p:nvSpPr>
              <p:spPr>
                <a:xfrm>
                  <a:off x="4676551" y="2026521"/>
                  <a:ext cx="1517072" cy="777661"/>
                </a:xfrm>
                <a:prstGeom prst="snipRoundRect">
                  <a:avLst/>
                </a:prstGeom>
                <a:noFill/>
                <a:ln>
                  <a:solidFill>
                    <a:schemeClr val="bg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accent1"/>
                    </a:solidFill>
                  </a:endParaRPr>
                </a:p>
              </p:txBody>
            </p:sp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31E19422-FF40-7A5A-F123-253E3F3130DE}"/>
                    </a:ext>
                  </a:extLst>
                </p:cNvPr>
                <p:cNvGrpSpPr/>
                <p:nvPr/>
              </p:nvGrpSpPr>
              <p:grpSpPr>
                <a:xfrm>
                  <a:off x="4636138" y="2036576"/>
                  <a:ext cx="540855" cy="349431"/>
                  <a:chOff x="6543119" y="2018284"/>
                  <a:chExt cx="540855" cy="349431"/>
                </a:xfrm>
              </p:grpSpPr>
              <p:sp>
                <p:nvSpPr>
                  <p:cNvPr id="54" name="Diagonal Stripe 53">
                    <a:extLst>
                      <a:ext uri="{FF2B5EF4-FFF2-40B4-BE49-F238E27FC236}">
                        <a16:creationId xmlns:a16="http://schemas.microsoft.com/office/drawing/2014/main" id="{25963250-6A03-B26E-1E68-B6A801E8711A}"/>
                      </a:ext>
                    </a:extLst>
                  </p:cNvPr>
                  <p:cNvSpPr/>
                  <p:nvPr/>
                </p:nvSpPr>
                <p:spPr>
                  <a:xfrm>
                    <a:off x="6599715" y="2018284"/>
                    <a:ext cx="484259" cy="349431"/>
                  </a:xfrm>
                  <a:prstGeom prst="diagStripe">
                    <a:avLst>
                      <a:gd name="adj" fmla="val 38279"/>
                    </a:avLst>
                  </a:prstGeom>
                  <a:solidFill>
                    <a:schemeClr val="accent3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9CF37B49-1308-64CC-68BE-723F9A29AE31}"/>
                      </a:ext>
                    </a:extLst>
                  </p:cNvPr>
                  <p:cNvSpPr txBox="1"/>
                  <p:nvPr/>
                </p:nvSpPr>
                <p:spPr>
                  <a:xfrm rot="19447367">
                    <a:off x="6543119" y="2030429"/>
                    <a:ext cx="436338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 rtl="1"/>
                    <a:r>
                      <a:rPr lang="ar-SA" sz="1000" dirty="0">
                        <a:solidFill>
                          <a:schemeClr val="bg1"/>
                        </a:solidFill>
                        <a:latin typeface="+mj-lt"/>
                      </a:rPr>
                      <a:t>مكتمل</a:t>
                    </a:r>
                    <a:endParaRPr lang="en-US" dirty="0">
                      <a:solidFill>
                        <a:schemeClr val="bg1"/>
                      </a:solidFill>
                      <a:latin typeface="+mj-lt"/>
                    </a:endParaRPr>
                  </a:p>
                </p:txBody>
              </p:sp>
            </p:grpSp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063EBF62-6C2A-8E9D-F791-E2B3766207B0}"/>
                    </a:ext>
                  </a:extLst>
                </p:cNvPr>
                <p:cNvGrpSpPr/>
                <p:nvPr/>
              </p:nvGrpSpPr>
              <p:grpSpPr>
                <a:xfrm>
                  <a:off x="5037512" y="2139172"/>
                  <a:ext cx="878275" cy="591931"/>
                  <a:chOff x="6919114" y="2062349"/>
                  <a:chExt cx="878275" cy="591931"/>
                </a:xfrm>
              </p:grpSpPr>
              <p:sp>
                <p:nvSpPr>
                  <p:cNvPr id="34" name="Google Shape;300;p21">
                    <a:extLst>
                      <a:ext uri="{FF2B5EF4-FFF2-40B4-BE49-F238E27FC236}">
                        <a16:creationId xmlns:a16="http://schemas.microsoft.com/office/drawing/2014/main" id="{D9A1D926-B9F2-DEC9-0B9D-71F6778D9590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6919114" y="2062349"/>
                    <a:ext cx="878275" cy="22984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t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defPPr>
                    <a:lvl1pPr marL="457200" marR="0" lvl="0" indent="-330200" algn="r" rtl="1" eaLnBrk="1" hangingPunct="1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accent5"/>
                      </a:buClr>
                      <a:buSzPts val="1600"/>
                      <a:buFont typeface="Catamaran Thin"/>
                      <a:buChar char="⬢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1pPr>
                    <a:lvl2pPr marL="914400" marR="0" lvl="1" indent="-3302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accent5"/>
                      </a:buClr>
                      <a:buSzPts val="1600"/>
                      <a:buFont typeface="Catamaran Thin"/>
                      <a:buChar char="⬡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2pPr>
                    <a:lvl3pPr marL="1371600" marR="0" lvl="2" indent="-3302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2"/>
                      </a:buClr>
                      <a:buSzPts val="1600"/>
                      <a:buFont typeface="Catamaran Thin"/>
                      <a:buChar char="⬡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3pPr>
                    <a:lvl4pPr marL="1828800" marR="0" lvl="3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●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4pPr>
                    <a:lvl5pPr marL="2286000" marR="0" lvl="4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○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5pPr>
                    <a:lvl6pPr marL="2743200" marR="0" lvl="5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■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6pPr>
                    <a:lvl7pPr marL="3200400" marR="0" lvl="6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●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7pPr>
                    <a:lvl8pPr marL="3657600" marR="0" lvl="7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○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8pPr>
                    <a:lvl9pPr marL="4114800" marR="0" lvl="8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80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■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9pPr>
                  </a:lstStyle>
                  <a:p>
                    <a:pPr marL="127000" indent="0" algn="ctr">
                      <a:buNone/>
                    </a:pPr>
                    <a:r>
                      <a:rPr lang="ar-SA" sz="12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المرحلة الثانية</a:t>
                    </a:r>
                    <a:endParaRPr lang="en-US" sz="1200" b="1" dirty="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6" name="Google Shape;300;p21">
                    <a:extLst>
                      <a:ext uri="{FF2B5EF4-FFF2-40B4-BE49-F238E27FC236}">
                        <a16:creationId xmlns:a16="http://schemas.microsoft.com/office/drawing/2014/main" id="{CF293283-0333-D147-A830-FF33FC63D340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7074196" y="2424436"/>
                    <a:ext cx="568111" cy="22984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t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defPPr>
                    <a:lvl1pPr marL="457200" marR="0" lvl="0" indent="-330200" algn="r" rtl="1" eaLnBrk="1" hangingPunct="1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accent5"/>
                      </a:buClr>
                      <a:buSzPts val="1600"/>
                      <a:buFont typeface="Catamaran Thin"/>
                      <a:buChar char="⬢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1pPr>
                    <a:lvl2pPr marL="914400" marR="0" lvl="1" indent="-3302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accent5"/>
                      </a:buClr>
                      <a:buSzPts val="1600"/>
                      <a:buFont typeface="Catamaran Thin"/>
                      <a:buChar char="⬡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2pPr>
                    <a:lvl3pPr marL="1371600" marR="0" lvl="2" indent="-3302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2"/>
                      </a:buClr>
                      <a:buSzPts val="1600"/>
                      <a:buFont typeface="Catamaran Thin"/>
                      <a:buChar char="⬡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3pPr>
                    <a:lvl4pPr marL="1828800" marR="0" lvl="3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●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4pPr>
                    <a:lvl5pPr marL="2286000" marR="0" lvl="4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○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5pPr>
                    <a:lvl6pPr marL="2743200" marR="0" lvl="5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■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6pPr>
                    <a:lvl7pPr marL="3200400" marR="0" lvl="6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●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7pPr>
                    <a:lvl8pPr marL="3657600" marR="0" lvl="7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○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8pPr>
                    <a:lvl9pPr marL="4114800" marR="0" lvl="8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80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■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9pPr>
                  </a:lstStyle>
                  <a:p>
                    <a:pPr marL="127000" indent="0" algn="ctr">
                      <a:buNone/>
                    </a:pPr>
                    <a:r>
                      <a:rPr lang="ar-SA" sz="10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التخطيط</a:t>
                    </a:r>
                    <a:endParaRPr lang="en-US" sz="1000" dirty="0"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grpSp>
            <p:nvGrpSpPr>
              <p:cNvPr id="199" name="Group 198">
                <a:extLst>
                  <a:ext uri="{FF2B5EF4-FFF2-40B4-BE49-F238E27FC236}">
                    <a16:creationId xmlns:a16="http://schemas.microsoft.com/office/drawing/2014/main" id="{67E95DCB-EEF4-B3A2-2A19-E79FC9EF4670}"/>
                  </a:ext>
                </a:extLst>
              </p:cNvPr>
              <p:cNvGrpSpPr/>
              <p:nvPr/>
            </p:nvGrpSpPr>
            <p:grpSpPr>
              <a:xfrm>
                <a:off x="2684902" y="2025212"/>
                <a:ext cx="1564977" cy="777661"/>
                <a:chOff x="2684902" y="2025212"/>
                <a:chExt cx="1564977" cy="777661"/>
              </a:xfrm>
            </p:grpSpPr>
            <p:sp>
              <p:nvSpPr>
                <p:cNvPr id="15" name="Rectangle: Top Corners One Rounded and One Snipped 14">
                  <a:extLst>
                    <a:ext uri="{FF2B5EF4-FFF2-40B4-BE49-F238E27FC236}">
                      <a16:creationId xmlns:a16="http://schemas.microsoft.com/office/drawing/2014/main" id="{FC59A620-2B36-3ACC-5647-A25F313D20EA}"/>
                    </a:ext>
                  </a:extLst>
                </p:cNvPr>
                <p:cNvSpPr/>
                <p:nvPr/>
              </p:nvSpPr>
              <p:spPr>
                <a:xfrm>
                  <a:off x="2732807" y="2025212"/>
                  <a:ext cx="1517072" cy="777661"/>
                </a:xfrm>
                <a:prstGeom prst="snipRoundRect">
                  <a:avLst/>
                </a:prstGeom>
                <a:noFill/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accent1"/>
                    </a:solidFill>
                  </a:endParaRPr>
                </a:p>
              </p:txBody>
            </p:sp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F0C04E14-2C86-046E-FE95-444B6C965CFF}"/>
                    </a:ext>
                  </a:extLst>
                </p:cNvPr>
                <p:cNvGrpSpPr/>
                <p:nvPr/>
              </p:nvGrpSpPr>
              <p:grpSpPr>
                <a:xfrm>
                  <a:off x="2684902" y="2033333"/>
                  <a:ext cx="540855" cy="349431"/>
                  <a:chOff x="6543119" y="2025211"/>
                  <a:chExt cx="540855" cy="349431"/>
                </a:xfrm>
              </p:grpSpPr>
              <p:sp>
                <p:nvSpPr>
                  <p:cNvPr id="57" name="Diagonal Stripe 56">
                    <a:extLst>
                      <a:ext uri="{FF2B5EF4-FFF2-40B4-BE49-F238E27FC236}">
                        <a16:creationId xmlns:a16="http://schemas.microsoft.com/office/drawing/2014/main" id="{9AB88C54-9FDE-8AB3-134A-0454036ED786}"/>
                      </a:ext>
                    </a:extLst>
                  </p:cNvPr>
                  <p:cNvSpPr/>
                  <p:nvPr/>
                </p:nvSpPr>
                <p:spPr>
                  <a:xfrm>
                    <a:off x="6599715" y="2025211"/>
                    <a:ext cx="484259" cy="349431"/>
                  </a:xfrm>
                  <a:prstGeom prst="diagStripe">
                    <a:avLst>
                      <a:gd name="adj" fmla="val 38279"/>
                    </a:avLst>
                  </a:prstGeom>
                  <a:solidFill>
                    <a:schemeClr val="accent3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7C4D59FC-633E-0BE7-0053-1D8A82B33ED5}"/>
                      </a:ext>
                    </a:extLst>
                  </p:cNvPr>
                  <p:cNvSpPr txBox="1"/>
                  <p:nvPr/>
                </p:nvSpPr>
                <p:spPr>
                  <a:xfrm rot="19447367">
                    <a:off x="6543119" y="2030429"/>
                    <a:ext cx="436338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 rtl="1"/>
                    <a:r>
                      <a:rPr lang="ar-SA" sz="1000" dirty="0">
                        <a:solidFill>
                          <a:schemeClr val="bg1"/>
                        </a:solidFill>
                        <a:latin typeface="+mj-lt"/>
                      </a:rPr>
                      <a:t>مكتمل</a:t>
                    </a:r>
                    <a:endParaRPr lang="en-US" sz="1050" dirty="0">
                      <a:solidFill>
                        <a:schemeClr val="bg1"/>
                      </a:solidFill>
                      <a:latin typeface="+mj-lt"/>
                    </a:endParaRPr>
                  </a:p>
                </p:txBody>
              </p:sp>
            </p:grp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EDADED01-F1AF-C180-2EBF-052A4A236912}"/>
                    </a:ext>
                  </a:extLst>
                </p:cNvPr>
                <p:cNvGrpSpPr/>
                <p:nvPr/>
              </p:nvGrpSpPr>
              <p:grpSpPr>
                <a:xfrm>
                  <a:off x="3093768" y="2134672"/>
                  <a:ext cx="878275" cy="591931"/>
                  <a:chOff x="6919114" y="2062349"/>
                  <a:chExt cx="878275" cy="591931"/>
                </a:xfrm>
              </p:grpSpPr>
              <p:sp>
                <p:nvSpPr>
                  <p:cNvPr id="40" name="Google Shape;300;p21">
                    <a:extLst>
                      <a:ext uri="{FF2B5EF4-FFF2-40B4-BE49-F238E27FC236}">
                        <a16:creationId xmlns:a16="http://schemas.microsoft.com/office/drawing/2014/main" id="{6E605532-6D1D-004F-B6FA-178A2AAF32F4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6919114" y="2062349"/>
                    <a:ext cx="878275" cy="22984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t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defPPr>
                    <a:lvl1pPr marL="457200" marR="0" lvl="0" indent="-330200" algn="r" rtl="1" eaLnBrk="1" hangingPunct="1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accent5"/>
                      </a:buClr>
                      <a:buSzPts val="1600"/>
                      <a:buFont typeface="Catamaran Thin"/>
                      <a:buChar char="⬢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1pPr>
                    <a:lvl2pPr marL="914400" marR="0" lvl="1" indent="-3302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accent5"/>
                      </a:buClr>
                      <a:buSzPts val="1600"/>
                      <a:buFont typeface="Catamaran Thin"/>
                      <a:buChar char="⬡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2pPr>
                    <a:lvl3pPr marL="1371600" marR="0" lvl="2" indent="-3302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2"/>
                      </a:buClr>
                      <a:buSzPts val="1600"/>
                      <a:buFont typeface="Catamaran Thin"/>
                      <a:buChar char="⬡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3pPr>
                    <a:lvl4pPr marL="1828800" marR="0" lvl="3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●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4pPr>
                    <a:lvl5pPr marL="2286000" marR="0" lvl="4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○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5pPr>
                    <a:lvl6pPr marL="2743200" marR="0" lvl="5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■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6pPr>
                    <a:lvl7pPr marL="3200400" marR="0" lvl="6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●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7pPr>
                    <a:lvl8pPr marL="3657600" marR="0" lvl="7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○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8pPr>
                    <a:lvl9pPr marL="4114800" marR="0" lvl="8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80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■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9pPr>
                  </a:lstStyle>
                  <a:p>
                    <a:pPr marL="127000" indent="0" algn="ctr">
                      <a:buNone/>
                    </a:pPr>
                    <a:r>
                      <a:rPr lang="ar-SA" sz="12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المرحلة الثالثة</a:t>
                    </a:r>
                    <a:endParaRPr lang="en-US" sz="1200" b="1" dirty="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Google Shape;300;p21">
                    <a:extLst>
                      <a:ext uri="{FF2B5EF4-FFF2-40B4-BE49-F238E27FC236}">
                        <a16:creationId xmlns:a16="http://schemas.microsoft.com/office/drawing/2014/main" id="{338938A3-107F-16E1-73CE-B401778C2B4D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7074196" y="2424436"/>
                    <a:ext cx="568111" cy="22984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t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defPPr>
                    <a:lvl1pPr marL="457200" marR="0" lvl="0" indent="-330200" algn="r" rtl="1" eaLnBrk="1" hangingPunct="1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accent5"/>
                      </a:buClr>
                      <a:buSzPts val="1600"/>
                      <a:buFont typeface="Catamaran Thin"/>
                      <a:buChar char="⬢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1pPr>
                    <a:lvl2pPr marL="914400" marR="0" lvl="1" indent="-3302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accent5"/>
                      </a:buClr>
                      <a:buSzPts val="1600"/>
                      <a:buFont typeface="Catamaran Thin"/>
                      <a:buChar char="⬡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2pPr>
                    <a:lvl3pPr marL="1371600" marR="0" lvl="2" indent="-3302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2"/>
                      </a:buClr>
                      <a:buSzPts val="1600"/>
                      <a:buFont typeface="Catamaran Thin"/>
                      <a:buChar char="⬡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3pPr>
                    <a:lvl4pPr marL="1828800" marR="0" lvl="3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●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4pPr>
                    <a:lvl5pPr marL="2286000" marR="0" lvl="4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○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5pPr>
                    <a:lvl6pPr marL="2743200" marR="0" lvl="5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■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6pPr>
                    <a:lvl7pPr marL="3200400" marR="0" lvl="6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●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7pPr>
                    <a:lvl8pPr marL="3657600" marR="0" lvl="7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○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8pPr>
                    <a:lvl9pPr marL="4114800" marR="0" lvl="8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80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■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9pPr>
                  </a:lstStyle>
                  <a:p>
                    <a:pPr marL="127000" indent="0" algn="ctr">
                      <a:buNone/>
                    </a:pPr>
                    <a:r>
                      <a:rPr lang="ar-SA" sz="10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الاختبار</a:t>
                    </a:r>
                    <a:endParaRPr lang="en-US" sz="1000" dirty="0"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grpSp>
            <p:nvGrpSpPr>
              <p:cNvPr id="200" name="Group 199">
                <a:extLst>
                  <a:ext uri="{FF2B5EF4-FFF2-40B4-BE49-F238E27FC236}">
                    <a16:creationId xmlns:a16="http://schemas.microsoft.com/office/drawing/2014/main" id="{C7A67EA4-CE46-C776-F5CC-E6369D0D7356}"/>
                  </a:ext>
                </a:extLst>
              </p:cNvPr>
              <p:cNvGrpSpPr/>
              <p:nvPr/>
            </p:nvGrpSpPr>
            <p:grpSpPr>
              <a:xfrm>
                <a:off x="2684902" y="3162193"/>
                <a:ext cx="1564977" cy="777661"/>
                <a:chOff x="2684902" y="3162193"/>
                <a:chExt cx="1564977" cy="777661"/>
              </a:xfrm>
            </p:grpSpPr>
            <p:sp>
              <p:nvSpPr>
                <p:cNvPr id="19" name="Rectangle: Top Corners One Rounded and One Snipped 18">
                  <a:extLst>
                    <a:ext uri="{FF2B5EF4-FFF2-40B4-BE49-F238E27FC236}">
                      <a16:creationId xmlns:a16="http://schemas.microsoft.com/office/drawing/2014/main" id="{BAAB3784-60AE-5BF4-7AC3-03922C11DCB9}"/>
                    </a:ext>
                  </a:extLst>
                </p:cNvPr>
                <p:cNvSpPr/>
                <p:nvPr/>
              </p:nvSpPr>
              <p:spPr>
                <a:xfrm>
                  <a:off x="2732807" y="3162193"/>
                  <a:ext cx="1517072" cy="777661"/>
                </a:xfrm>
                <a:prstGeom prst="snipRoundRect">
                  <a:avLst/>
                </a:prstGeom>
                <a:no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accent1"/>
                    </a:solidFill>
                  </a:endParaRPr>
                </a:p>
              </p:txBody>
            </p: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203E346C-99E2-49F3-47CB-6936C797EC3F}"/>
                    </a:ext>
                  </a:extLst>
                </p:cNvPr>
                <p:cNvGrpSpPr/>
                <p:nvPr/>
              </p:nvGrpSpPr>
              <p:grpSpPr>
                <a:xfrm>
                  <a:off x="2684902" y="3172363"/>
                  <a:ext cx="540855" cy="349431"/>
                  <a:chOff x="6543119" y="2025211"/>
                  <a:chExt cx="540855" cy="349431"/>
                </a:xfrm>
              </p:grpSpPr>
              <p:sp>
                <p:nvSpPr>
                  <p:cNvPr id="60" name="Diagonal Stripe 59">
                    <a:extLst>
                      <a:ext uri="{FF2B5EF4-FFF2-40B4-BE49-F238E27FC236}">
                        <a16:creationId xmlns:a16="http://schemas.microsoft.com/office/drawing/2014/main" id="{2EAF0511-B104-C748-C4DF-33DBE4E725E2}"/>
                      </a:ext>
                    </a:extLst>
                  </p:cNvPr>
                  <p:cNvSpPr/>
                  <p:nvPr/>
                </p:nvSpPr>
                <p:spPr>
                  <a:xfrm>
                    <a:off x="6599715" y="2025211"/>
                    <a:ext cx="484259" cy="349431"/>
                  </a:xfrm>
                  <a:prstGeom prst="diagStripe">
                    <a:avLst>
                      <a:gd name="adj" fmla="val 38279"/>
                    </a:avLst>
                  </a:prstGeom>
                  <a:solidFill>
                    <a:schemeClr val="accent3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520AC079-3C90-D6A5-7B78-72BEAA994FB0}"/>
                      </a:ext>
                    </a:extLst>
                  </p:cNvPr>
                  <p:cNvSpPr txBox="1"/>
                  <p:nvPr/>
                </p:nvSpPr>
                <p:spPr>
                  <a:xfrm rot="19447367">
                    <a:off x="6543119" y="2030429"/>
                    <a:ext cx="436338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 rtl="1"/>
                    <a:r>
                      <a:rPr lang="ar-SA" sz="1000" dirty="0">
                        <a:solidFill>
                          <a:schemeClr val="bg1"/>
                        </a:solidFill>
                        <a:latin typeface="+mj-lt"/>
                      </a:rPr>
                      <a:t>مكتمل</a:t>
                    </a:r>
                    <a:endParaRPr lang="en-US" dirty="0">
                      <a:solidFill>
                        <a:schemeClr val="bg1"/>
                      </a:solidFill>
                      <a:latin typeface="+mj-lt"/>
                    </a:endParaRPr>
                  </a:p>
                </p:txBody>
              </p:sp>
            </p:grpSp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89E0C544-73A1-F239-88AD-3283AD8E8A14}"/>
                    </a:ext>
                  </a:extLst>
                </p:cNvPr>
                <p:cNvGrpSpPr/>
                <p:nvPr/>
              </p:nvGrpSpPr>
              <p:grpSpPr>
                <a:xfrm>
                  <a:off x="3072739" y="3274842"/>
                  <a:ext cx="920333" cy="591931"/>
                  <a:chOff x="6997364" y="2062349"/>
                  <a:chExt cx="920333" cy="591931"/>
                </a:xfrm>
              </p:grpSpPr>
              <p:sp>
                <p:nvSpPr>
                  <p:cNvPr id="43" name="Google Shape;300;p21">
                    <a:extLst>
                      <a:ext uri="{FF2B5EF4-FFF2-40B4-BE49-F238E27FC236}">
                        <a16:creationId xmlns:a16="http://schemas.microsoft.com/office/drawing/2014/main" id="{48A6B865-C690-E282-C8D3-22BBEFC082F6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6997364" y="2062349"/>
                    <a:ext cx="920333" cy="22984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t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defPPr>
                    <a:lvl1pPr marL="457200" marR="0" lvl="0" indent="-330200" algn="r" rtl="1" eaLnBrk="1" hangingPunct="1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accent5"/>
                      </a:buClr>
                      <a:buSzPts val="1600"/>
                      <a:buFont typeface="Catamaran Thin"/>
                      <a:buChar char="⬢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1pPr>
                    <a:lvl2pPr marL="914400" marR="0" lvl="1" indent="-3302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accent5"/>
                      </a:buClr>
                      <a:buSzPts val="1600"/>
                      <a:buFont typeface="Catamaran Thin"/>
                      <a:buChar char="⬡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2pPr>
                    <a:lvl3pPr marL="1371600" marR="0" lvl="2" indent="-3302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2"/>
                      </a:buClr>
                      <a:buSzPts val="1600"/>
                      <a:buFont typeface="Catamaran Thin"/>
                      <a:buChar char="⬡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3pPr>
                    <a:lvl4pPr marL="1828800" marR="0" lvl="3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●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4pPr>
                    <a:lvl5pPr marL="2286000" marR="0" lvl="4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○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5pPr>
                    <a:lvl6pPr marL="2743200" marR="0" lvl="5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■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6pPr>
                    <a:lvl7pPr marL="3200400" marR="0" lvl="6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●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7pPr>
                    <a:lvl8pPr marL="3657600" marR="0" lvl="7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○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8pPr>
                    <a:lvl9pPr marL="4114800" marR="0" lvl="8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80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■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9pPr>
                  </a:lstStyle>
                  <a:p>
                    <a:pPr marL="127000" indent="0" algn="ctr">
                      <a:buNone/>
                    </a:pPr>
                    <a:r>
                      <a:rPr lang="ar-SA" sz="1200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المرحلة الرابعة</a:t>
                    </a:r>
                    <a:endParaRPr lang="en-US" sz="1200" b="1" dirty="0">
                      <a:solidFill>
                        <a:schemeClr val="accent6">
                          <a:lumMod val="75000"/>
                        </a:scheme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4" name="Google Shape;300;p21">
                    <a:extLst>
                      <a:ext uri="{FF2B5EF4-FFF2-40B4-BE49-F238E27FC236}">
                        <a16:creationId xmlns:a16="http://schemas.microsoft.com/office/drawing/2014/main" id="{5170978B-3BE3-47A9-3205-CBB3D89D730B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7017618" y="2424436"/>
                    <a:ext cx="879825" cy="22984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t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defPPr>
                    <a:lvl1pPr marL="457200" marR="0" lvl="0" indent="-330200" algn="r" rtl="1" eaLnBrk="1" hangingPunct="1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accent5"/>
                      </a:buClr>
                      <a:buSzPts val="1600"/>
                      <a:buFont typeface="Catamaran Thin"/>
                      <a:buChar char="⬢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1pPr>
                    <a:lvl2pPr marL="914400" marR="0" lvl="1" indent="-3302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accent5"/>
                      </a:buClr>
                      <a:buSzPts val="1600"/>
                      <a:buFont typeface="Catamaran Thin"/>
                      <a:buChar char="⬡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2pPr>
                    <a:lvl3pPr marL="1371600" marR="0" lvl="2" indent="-3302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2"/>
                      </a:buClr>
                      <a:buSzPts val="1600"/>
                      <a:buFont typeface="Catamaran Thin"/>
                      <a:buChar char="⬡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3pPr>
                    <a:lvl4pPr marL="1828800" marR="0" lvl="3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●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4pPr>
                    <a:lvl5pPr marL="2286000" marR="0" lvl="4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○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5pPr>
                    <a:lvl6pPr marL="2743200" marR="0" lvl="5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■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6pPr>
                    <a:lvl7pPr marL="3200400" marR="0" lvl="6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●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7pPr>
                    <a:lvl8pPr marL="3657600" marR="0" lvl="7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○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8pPr>
                    <a:lvl9pPr marL="4114800" marR="0" lvl="8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80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■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9pPr>
                  </a:lstStyle>
                  <a:p>
                    <a:pPr marL="127000" indent="0" algn="ctr">
                      <a:buNone/>
                    </a:pPr>
                    <a:r>
                      <a:rPr lang="ar-SA" sz="10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الإطلاق التجريبي</a:t>
                    </a:r>
                    <a:endParaRPr lang="en-US" sz="1000" dirty="0"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grpSp>
            <p:nvGrpSpPr>
              <p:cNvPr id="201" name="Group 200">
                <a:extLst>
                  <a:ext uri="{FF2B5EF4-FFF2-40B4-BE49-F238E27FC236}">
                    <a16:creationId xmlns:a16="http://schemas.microsoft.com/office/drawing/2014/main" id="{7E8BCFC2-AE83-F660-C99C-9E976E49E157}"/>
                  </a:ext>
                </a:extLst>
              </p:cNvPr>
              <p:cNvGrpSpPr/>
              <p:nvPr/>
            </p:nvGrpSpPr>
            <p:grpSpPr>
              <a:xfrm>
                <a:off x="4633815" y="3162193"/>
                <a:ext cx="1559808" cy="777661"/>
                <a:chOff x="4633815" y="3162193"/>
                <a:chExt cx="1559808" cy="777661"/>
              </a:xfrm>
            </p:grpSpPr>
            <p:sp>
              <p:nvSpPr>
                <p:cNvPr id="23" name="Rectangle: Top Corners One Rounded and One Snipped 22">
                  <a:extLst>
                    <a:ext uri="{FF2B5EF4-FFF2-40B4-BE49-F238E27FC236}">
                      <a16:creationId xmlns:a16="http://schemas.microsoft.com/office/drawing/2014/main" id="{A6D38B5C-E7EC-9AE8-E35D-82C901379EB8}"/>
                    </a:ext>
                  </a:extLst>
                </p:cNvPr>
                <p:cNvSpPr/>
                <p:nvPr/>
              </p:nvSpPr>
              <p:spPr>
                <a:xfrm>
                  <a:off x="4676551" y="3162193"/>
                  <a:ext cx="1517072" cy="777661"/>
                </a:xfrm>
                <a:prstGeom prst="snipRoundRect">
                  <a:avLst/>
                </a:prstGeom>
                <a:noFill/>
                <a:ln>
                  <a:solidFill>
                    <a:srgbClr val="AC83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accent1"/>
                    </a:solidFill>
                  </a:endParaRPr>
                </a:p>
              </p:txBody>
            </p:sp>
            <p:grpSp>
              <p:nvGrpSpPr>
                <p:cNvPr id="62" name="Group 61">
                  <a:extLst>
                    <a:ext uri="{FF2B5EF4-FFF2-40B4-BE49-F238E27FC236}">
                      <a16:creationId xmlns:a16="http://schemas.microsoft.com/office/drawing/2014/main" id="{ADF25A2D-FC9E-98BF-A860-BBE706A466FF}"/>
                    </a:ext>
                  </a:extLst>
                </p:cNvPr>
                <p:cNvGrpSpPr/>
                <p:nvPr/>
              </p:nvGrpSpPr>
              <p:grpSpPr>
                <a:xfrm>
                  <a:off x="4633815" y="3163223"/>
                  <a:ext cx="540855" cy="349431"/>
                  <a:chOff x="6543119" y="2025211"/>
                  <a:chExt cx="540855" cy="349431"/>
                </a:xfrm>
              </p:grpSpPr>
              <p:sp>
                <p:nvSpPr>
                  <p:cNvPr id="63" name="Diagonal Stripe 62">
                    <a:extLst>
                      <a:ext uri="{FF2B5EF4-FFF2-40B4-BE49-F238E27FC236}">
                        <a16:creationId xmlns:a16="http://schemas.microsoft.com/office/drawing/2014/main" id="{24F0C580-A6D3-AA1A-5C16-3EF2EC0CA6F8}"/>
                      </a:ext>
                    </a:extLst>
                  </p:cNvPr>
                  <p:cNvSpPr/>
                  <p:nvPr/>
                </p:nvSpPr>
                <p:spPr>
                  <a:xfrm>
                    <a:off x="6599715" y="2025211"/>
                    <a:ext cx="484259" cy="349431"/>
                  </a:xfrm>
                  <a:prstGeom prst="diagStripe">
                    <a:avLst>
                      <a:gd name="adj" fmla="val 38279"/>
                    </a:avLst>
                  </a:prstGeom>
                  <a:solidFill>
                    <a:schemeClr val="accent3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2" name="TextBox 191">
                    <a:extLst>
                      <a:ext uri="{FF2B5EF4-FFF2-40B4-BE49-F238E27FC236}">
                        <a16:creationId xmlns:a16="http://schemas.microsoft.com/office/drawing/2014/main" id="{55A93456-4BA6-1E93-F3E6-76F70196ADC3}"/>
                      </a:ext>
                    </a:extLst>
                  </p:cNvPr>
                  <p:cNvSpPr txBox="1"/>
                  <p:nvPr/>
                </p:nvSpPr>
                <p:spPr>
                  <a:xfrm rot="19447367">
                    <a:off x="6543119" y="2030429"/>
                    <a:ext cx="436338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 rtl="1"/>
                    <a:r>
                      <a:rPr lang="ar-SA" sz="1000" dirty="0">
                        <a:solidFill>
                          <a:schemeClr val="bg1"/>
                        </a:solidFill>
                        <a:latin typeface="+mj-lt"/>
                      </a:rPr>
                      <a:t>مكتمل</a:t>
                    </a:r>
                    <a:endParaRPr lang="en-US" sz="1050" dirty="0">
                      <a:solidFill>
                        <a:schemeClr val="bg1"/>
                      </a:solidFill>
                      <a:latin typeface="+mj-lt"/>
                    </a:endParaRPr>
                  </a:p>
                </p:txBody>
              </p:sp>
            </p:grpSp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23B964F8-7D3B-4BA9-5BF0-420EEEC1B115}"/>
                    </a:ext>
                  </a:extLst>
                </p:cNvPr>
                <p:cNvGrpSpPr/>
                <p:nvPr/>
              </p:nvGrpSpPr>
              <p:grpSpPr>
                <a:xfrm>
                  <a:off x="4962565" y="3274842"/>
                  <a:ext cx="1028168" cy="591931"/>
                  <a:chOff x="6997364" y="2062349"/>
                  <a:chExt cx="1028168" cy="591931"/>
                </a:xfrm>
              </p:grpSpPr>
              <p:sp>
                <p:nvSpPr>
                  <p:cNvPr id="46" name="Google Shape;300;p21">
                    <a:extLst>
                      <a:ext uri="{FF2B5EF4-FFF2-40B4-BE49-F238E27FC236}">
                        <a16:creationId xmlns:a16="http://schemas.microsoft.com/office/drawing/2014/main" id="{C4011150-3BDC-7F1B-01C1-01A9CFDFD94F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6997364" y="2062349"/>
                    <a:ext cx="1028168" cy="22984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t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defPPr>
                    <a:lvl1pPr marL="457200" marR="0" lvl="0" indent="-330200" algn="r" rtl="1" eaLnBrk="1" hangingPunct="1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accent5"/>
                      </a:buClr>
                      <a:buSzPts val="1600"/>
                      <a:buFont typeface="Catamaran Thin"/>
                      <a:buChar char="⬢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1pPr>
                    <a:lvl2pPr marL="914400" marR="0" lvl="1" indent="-3302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accent5"/>
                      </a:buClr>
                      <a:buSzPts val="1600"/>
                      <a:buFont typeface="Catamaran Thin"/>
                      <a:buChar char="⬡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2pPr>
                    <a:lvl3pPr marL="1371600" marR="0" lvl="2" indent="-3302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2"/>
                      </a:buClr>
                      <a:buSzPts val="1600"/>
                      <a:buFont typeface="Catamaran Thin"/>
                      <a:buChar char="⬡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3pPr>
                    <a:lvl4pPr marL="1828800" marR="0" lvl="3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●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4pPr>
                    <a:lvl5pPr marL="2286000" marR="0" lvl="4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○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5pPr>
                    <a:lvl6pPr marL="2743200" marR="0" lvl="5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■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6pPr>
                    <a:lvl7pPr marL="3200400" marR="0" lvl="6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●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7pPr>
                    <a:lvl8pPr marL="3657600" marR="0" lvl="7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○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8pPr>
                    <a:lvl9pPr marL="4114800" marR="0" lvl="8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80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■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9pPr>
                  </a:lstStyle>
                  <a:p>
                    <a:pPr marL="127000" indent="0" algn="ctr">
                      <a:buNone/>
                    </a:pPr>
                    <a:r>
                      <a:rPr lang="ar-SA" sz="1200" b="1" dirty="0">
                        <a:solidFill>
                          <a:srgbClr val="AC83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المرحلة الخامسة</a:t>
                    </a:r>
                    <a:endParaRPr lang="en-US" sz="1200" b="1" dirty="0">
                      <a:solidFill>
                        <a:srgbClr val="AC83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8" name="Google Shape;300;p21">
                    <a:extLst>
                      <a:ext uri="{FF2B5EF4-FFF2-40B4-BE49-F238E27FC236}">
                        <a16:creationId xmlns:a16="http://schemas.microsoft.com/office/drawing/2014/main" id="{FB5F0270-6785-32BC-8958-F0FBF3558723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7132182" y="2424436"/>
                    <a:ext cx="758532" cy="22984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t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defPPr>
                    <a:lvl1pPr marL="457200" marR="0" lvl="0" indent="-330200" algn="r" rtl="1" eaLnBrk="1" hangingPunct="1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accent5"/>
                      </a:buClr>
                      <a:buSzPts val="1600"/>
                      <a:buFont typeface="Catamaran Thin"/>
                      <a:buChar char="⬢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1pPr>
                    <a:lvl2pPr marL="914400" marR="0" lvl="1" indent="-3302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accent5"/>
                      </a:buClr>
                      <a:buSzPts val="1600"/>
                      <a:buFont typeface="Catamaran Thin"/>
                      <a:buChar char="⬡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2pPr>
                    <a:lvl3pPr marL="1371600" marR="0" lvl="2" indent="-3302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2"/>
                      </a:buClr>
                      <a:buSzPts val="1600"/>
                      <a:buFont typeface="Catamaran Thin"/>
                      <a:buChar char="⬡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3pPr>
                    <a:lvl4pPr marL="1828800" marR="0" lvl="3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●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4pPr>
                    <a:lvl5pPr marL="2286000" marR="0" lvl="4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○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5pPr>
                    <a:lvl6pPr marL="2743200" marR="0" lvl="5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■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6pPr>
                    <a:lvl7pPr marL="3200400" marR="0" lvl="6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●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7pPr>
                    <a:lvl8pPr marL="3657600" marR="0" lvl="7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○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8pPr>
                    <a:lvl9pPr marL="4114800" marR="0" lvl="8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80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■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9pPr>
                  </a:lstStyle>
                  <a:p>
                    <a:pPr marL="127000" indent="0" algn="ctr">
                      <a:buNone/>
                    </a:pPr>
                    <a:r>
                      <a:rPr lang="ar-SA" sz="10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الإطلاق الفعلي</a:t>
                    </a:r>
                    <a:endParaRPr lang="en-US" sz="1000" dirty="0"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grpSp>
            <p:nvGrpSpPr>
              <p:cNvPr id="202" name="Group 201">
                <a:extLst>
                  <a:ext uri="{FF2B5EF4-FFF2-40B4-BE49-F238E27FC236}">
                    <a16:creationId xmlns:a16="http://schemas.microsoft.com/office/drawing/2014/main" id="{7340DB7B-5DEE-2FBE-503F-5B631AA5E7B6}"/>
                  </a:ext>
                </a:extLst>
              </p:cNvPr>
              <p:cNvGrpSpPr/>
              <p:nvPr/>
            </p:nvGrpSpPr>
            <p:grpSpPr>
              <a:xfrm>
                <a:off x="6517914" y="3162193"/>
                <a:ext cx="1598873" cy="777661"/>
                <a:chOff x="6517914" y="3162193"/>
                <a:chExt cx="1598873" cy="777661"/>
              </a:xfrm>
            </p:grpSpPr>
            <p:sp>
              <p:nvSpPr>
                <p:cNvPr id="27" name="Rectangle: Top Corners One Rounded and One Snipped 26">
                  <a:extLst>
                    <a:ext uri="{FF2B5EF4-FFF2-40B4-BE49-F238E27FC236}">
                      <a16:creationId xmlns:a16="http://schemas.microsoft.com/office/drawing/2014/main" id="{E6FEB97D-0FA7-CEBF-DC5E-92ABB2E93DE3}"/>
                    </a:ext>
                  </a:extLst>
                </p:cNvPr>
                <p:cNvSpPr/>
                <p:nvPr/>
              </p:nvSpPr>
              <p:spPr>
                <a:xfrm>
                  <a:off x="6599715" y="3162193"/>
                  <a:ext cx="1517072" cy="777661"/>
                </a:xfrm>
                <a:prstGeom prst="snipRound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accent1"/>
                    </a:solidFill>
                  </a:endParaRPr>
                </a:p>
              </p:txBody>
            </p:sp>
            <p:grpSp>
              <p:nvGrpSpPr>
                <p:cNvPr id="193" name="Group 192">
                  <a:extLst>
                    <a:ext uri="{FF2B5EF4-FFF2-40B4-BE49-F238E27FC236}">
                      <a16:creationId xmlns:a16="http://schemas.microsoft.com/office/drawing/2014/main" id="{98BF3FC0-C3AB-00CD-3169-DFB0C58CE3D4}"/>
                    </a:ext>
                  </a:extLst>
                </p:cNvPr>
                <p:cNvGrpSpPr/>
                <p:nvPr/>
              </p:nvGrpSpPr>
              <p:grpSpPr>
                <a:xfrm>
                  <a:off x="6517914" y="3174737"/>
                  <a:ext cx="580126" cy="349431"/>
                  <a:chOff x="6503848" y="2025211"/>
                  <a:chExt cx="580126" cy="349431"/>
                </a:xfrm>
              </p:grpSpPr>
              <p:sp>
                <p:nvSpPr>
                  <p:cNvPr id="194" name="Diagonal Stripe 193">
                    <a:extLst>
                      <a:ext uri="{FF2B5EF4-FFF2-40B4-BE49-F238E27FC236}">
                        <a16:creationId xmlns:a16="http://schemas.microsoft.com/office/drawing/2014/main" id="{E977F87F-3656-8F76-F920-3F1918975E95}"/>
                      </a:ext>
                    </a:extLst>
                  </p:cNvPr>
                  <p:cNvSpPr/>
                  <p:nvPr/>
                </p:nvSpPr>
                <p:spPr>
                  <a:xfrm>
                    <a:off x="6599715" y="2025211"/>
                    <a:ext cx="484259" cy="349431"/>
                  </a:xfrm>
                  <a:prstGeom prst="diagStripe">
                    <a:avLst>
                      <a:gd name="adj" fmla="val 38279"/>
                    </a:avLst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5" name="TextBox 194">
                    <a:extLst>
                      <a:ext uri="{FF2B5EF4-FFF2-40B4-BE49-F238E27FC236}">
                        <a16:creationId xmlns:a16="http://schemas.microsoft.com/office/drawing/2014/main" id="{EFD9DD68-4891-5608-4F51-769F518A1975}"/>
                      </a:ext>
                    </a:extLst>
                  </p:cNvPr>
                  <p:cNvSpPr txBox="1"/>
                  <p:nvPr/>
                </p:nvSpPr>
                <p:spPr>
                  <a:xfrm rot="19447367">
                    <a:off x="6503848" y="2061205"/>
                    <a:ext cx="514885" cy="18466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 rtl="1"/>
                    <a:r>
                      <a:rPr lang="ar-SA" sz="600" dirty="0">
                        <a:solidFill>
                          <a:schemeClr val="bg1"/>
                        </a:solidFill>
                        <a:latin typeface="+mj-lt"/>
                      </a:rPr>
                      <a:t>تحت المعالجة</a:t>
                    </a:r>
                    <a:endParaRPr lang="en-US" sz="700" dirty="0">
                      <a:solidFill>
                        <a:schemeClr val="bg1"/>
                      </a:solidFill>
                      <a:latin typeface="+mj-lt"/>
                    </a:endParaRPr>
                  </a:p>
                </p:txBody>
              </p:sp>
            </p:grpSp>
            <p:grpSp>
              <p:nvGrpSpPr>
                <p:cNvPr id="49" name="Group 48">
                  <a:extLst>
                    <a:ext uri="{FF2B5EF4-FFF2-40B4-BE49-F238E27FC236}">
                      <a16:creationId xmlns:a16="http://schemas.microsoft.com/office/drawing/2014/main" id="{CC411A8A-3B25-B0B9-3FC2-E35C0E87E282}"/>
                    </a:ext>
                  </a:extLst>
                </p:cNvPr>
                <p:cNvGrpSpPr/>
                <p:nvPr/>
              </p:nvGrpSpPr>
              <p:grpSpPr>
                <a:xfrm>
                  <a:off x="6885729" y="3274842"/>
                  <a:ext cx="1028168" cy="591931"/>
                  <a:chOff x="6997364" y="2062349"/>
                  <a:chExt cx="1028168" cy="591931"/>
                </a:xfrm>
              </p:grpSpPr>
              <p:sp>
                <p:nvSpPr>
                  <p:cNvPr id="50" name="Google Shape;300;p21">
                    <a:extLst>
                      <a:ext uri="{FF2B5EF4-FFF2-40B4-BE49-F238E27FC236}">
                        <a16:creationId xmlns:a16="http://schemas.microsoft.com/office/drawing/2014/main" id="{1044EEAE-D9CA-D9EC-013A-15C9061CFA3A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6997364" y="2062349"/>
                    <a:ext cx="1028168" cy="22984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t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defPPr>
                    <a:lvl1pPr marL="457200" marR="0" lvl="0" indent="-330200" algn="r" rtl="1" eaLnBrk="1" hangingPunct="1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accent5"/>
                      </a:buClr>
                      <a:buSzPts val="1600"/>
                      <a:buFont typeface="Catamaran Thin"/>
                      <a:buChar char="⬢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1pPr>
                    <a:lvl2pPr marL="914400" marR="0" lvl="1" indent="-3302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accent5"/>
                      </a:buClr>
                      <a:buSzPts val="1600"/>
                      <a:buFont typeface="Catamaran Thin"/>
                      <a:buChar char="⬡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2pPr>
                    <a:lvl3pPr marL="1371600" marR="0" lvl="2" indent="-3302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2"/>
                      </a:buClr>
                      <a:buSzPts val="1600"/>
                      <a:buFont typeface="Catamaran Thin"/>
                      <a:buChar char="⬡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3pPr>
                    <a:lvl4pPr marL="1828800" marR="0" lvl="3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●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4pPr>
                    <a:lvl5pPr marL="2286000" marR="0" lvl="4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○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5pPr>
                    <a:lvl6pPr marL="2743200" marR="0" lvl="5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■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6pPr>
                    <a:lvl7pPr marL="3200400" marR="0" lvl="6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●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7pPr>
                    <a:lvl8pPr marL="3657600" marR="0" lvl="7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○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8pPr>
                    <a:lvl9pPr marL="4114800" marR="0" lvl="8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80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■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9pPr>
                  </a:lstStyle>
                  <a:p>
                    <a:pPr marL="127000" indent="0" algn="ctr">
                      <a:buNone/>
                    </a:pPr>
                    <a:r>
                      <a:rPr lang="ar-SA" sz="12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المرحلة السادسة</a:t>
                    </a:r>
                    <a:endParaRPr lang="en-US" sz="1200" b="1" dirty="0">
                      <a:solidFill>
                        <a:srgbClr val="C0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96" name="Google Shape;300;p21">
                    <a:extLst>
                      <a:ext uri="{FF2B5EF4-FFF2-40B4-BE49-F238E27FC236}">
                        <a16:creationId xmlns:a16="http://schemas.microsoft.com/office/drawing/2014/main" id="{57268121-F2B7-DC8F-4ABF-78532026116E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7262522" y="2424436"/>
                    <a:ext cx="497852" cy="22984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t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defPPr>
                    <a:lvl1pPr marL="457200" marR="0" lvl="0" indent="-330200" algn="r" rtl="1" eaLnBrk="1" hangingPunct="1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accent5"/>
                      </a:buClr>
                      <a:buSzPts val="1600"/>
                      <a:buFont typeface="Catamaran Thin"/>
                      <a:buChar char="⬢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1pPr>
                    <a:lvl2pPr marL="914400" marR="0" lvl="1" indent="-3302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accent5"/>
                      </a:buClr>
                      <a:buSzPts val="1600"/>
                      <a:buFont typeface="Catamaran Thin"/>
                      <a:buChar char="⬡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2pPr>
                    <a:lvl3pPr marL="1371600" marR="0" lvl="2" indent="-3302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2"/>
                      </a:buClr>
                      <a:buSzPts val="1600"/>
                      <a:buFont typeface="Catamaran Thin"/>
                      <a:buChar char="⬡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3pPr>
                    <a:lvl4pPr marL="1828800" marR="0" lvl="3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●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4pPr>
                    <a:lvl5pPr marL="2286000" marR="0" lvl="4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○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5pPr>
                    <a:lvl6pPr marL="2743200" marR="0" lvl="5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■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6pPr>
                    <a:lvl7pPr marL="3200400" marR="0" lvl="6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●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7pPr>
                    <a:lvl8pPr marL="3657600" marR="0" lvl="7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○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8pPr>
                    <a:lvl9pPr marL="4114800" marR="0" lvl="8" indent="-381000" algn="l" rtl="0" eaLnBrk="1" hangingPunct="1">
                      <a:lnSpc>
                        <a:spcPct val="115000"/>
                      </a:lnSpc>
                      <a:spcBef>
                        <a:spcPts val="800"/>
                      </a:spcBef>
                      <a:spcAft>
                        <a:spcPts val="800"/>
                      </a:spcAft>
                      <a:buClr>
                        <a:schemeClr val="dk1"/>
                      </a:buClr>
                      <a:buSzPts val="2400"/>
                      <a:buFont typeface="Catamaran Thin"/>
                      <a:buChar char="■"/>
                      <a:defRPr sz="2400" b="0" i="0" u="none" strike="noStrike" cap="none">
                        <a:solidFill>
                          <a:schemeClr val="dk1"/>
                        </a:solidFill>
                        <a:latin typeface="Catamaran Thin"/>
                        <a:ea typeface="Catamaran Thin"/>
                        <a:cs typeface="Catamaran Thin"/>
                        <a:sym typeface="Catamaran Thin"/>
                      </a:defRPr>
                    </a:lvl9pPr>
                  </a:lstStyle>
                  <a:p>
                    <a:pPr marL="127000" indent="0" algn="ctr">
                      <a:buNone/>
                    </a:pPr>
                    <a:r>
                      <a:rPr lang="ar-SA" sz="10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التكامل</a:t>
                    </a:r>
                    <a:endParaRPr lang="en-US" sz="1000" dirty="0"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</p:grpSp>
      </p:grpSp>
      <p:sp>
        <p:nvSpPr>
          <p:cNvPr id="12" name="Rounded Rectangle 71">
            <a:extLst>
              <a:ext uri="{FF2B5EF4-FFF2-40B4-BE49-F238E27FC236}">
                <a16:creationId xmlns:a16="http://schemas.microsoft.com/office/drawing/2014/main" id="{EF29197B-9984-AFF6-9128-B12EF160A137}"/>
              </a:ext>
            </a:extLst>
          </p:cNvPr>
          <p:cNvSpPr/>
          <p:nvPr/>
        </p:nvSpPr>
        <p:spPr>
          <a:xfrm>
            <a:off x="7746108" y="3502176"/>
            <a:ext cx="986594" cy="1264985"/>
          </a:xfrm>
          <a:prstGeom prst="roundRect">
            <a:avLst>
              <a:gd name="adj" fmla="val 13420"/>
            </a:avLst>
          </a:prstGeom>
          <a:solidFill>
            <a:schemeClr val="accent6">
              <a:alpha val="30000"/>
            </a:schemeClr>
          </a:solidFill>
          <a:ln w="34925" cap="flat">
            <a:solidFill>
              <a:srgbClr val="FFFFFF"/>
            </a:solidFill>
            <a:prstDash val="solid"/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  <p:txBody>
          <a:bodyPr vert="vert" wrap="none" lIns="45000" tIns="22500" rIns="45000" bIns="22500" anchor="ctr" anchorCtr="1" compatLnSpc="0"/>
          <a:lstStyle/>
          <a:p>
            <a:pPr hangingPunct="0"/>
            <a:r>
              <a:rPr lang="ar-SA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أهداف المشروع</a:t>
            </a:r>
            <a:endParaRPr lang="en-none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Google Shape;300;p21">
            <a:extLst>
              <a:ext uri="{FF2B5EF4-FFF2-40B4-BE49-F238E27FC236}">
                <a16:creationId xmlns:a16="http://schemas.microsoft.com/office/drawing/2014/main" id="{B5C584E3-7D0A-1A64-4D8A-61197FF365F2}"/>
              </a:ext>
            </a:extLst>
          </p:cNvPr>
          <p:cNvSpPr txBox="1">
            <a:spLocks/>
          </p:cNvSpPr>
          <p:nvPr/>
        </p:nvSpPr>
        <p:spPr>
          <a:xfrm>
            <a:off x="3087269" y="3771524"/>
            <a:ext cx="4247475" cy="126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r" rtl="1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atamaran Thin"/>
              <a:buChar char="⬢"/>
              <a:defRPr sz="24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1pPr>
            <a:lvl2pPr marL="914400" marR="0" lvl="1" indent="-330200" algn="l" rtl="0" eaLnBrk="1" hangingPunct="1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atamaran Thin"/>
              <a:buChar char="⬡"/>
              <a:defRPr sz="24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2pPr>
            <a:lvl3pPr marL="1371600" marR="0" lvl="2" indent="-330200" algn="l" rtl="0" eaLnBrk="1" hangingPunct="1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tamaran Thin"/>
              <a:buChar char="⬡"/>
              <a:defRPr sz="24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3pPr>
            <a:lvl4pPr marL="1828800" marR="0" lvl="3" indent="-381000" algn="l" rtl="0" eaLnBrk="1" hangingPunct="1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●"/>
              <a:defRPr sz="24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4pPr>
            <a:lvl5pPr marL="2286000" marR="0" lvl="4" indent="-381000" algn="l" rtl="0" eaLnBrk="1" hangingPunct="1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○"/>
              <a:defRPr sz="24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5pPr>
            <a:lvl6pPr marL="2743200" marR="0" lvl="5" indent="-381000" algn="l" rtl="0" eaLnBrk="1" hangingPunct="1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■"/>
              <a:defRPr sz="24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6pPr>
            <a:lvl7pPr marL="3200400" marR="0" lvl="6" indent="-381000" algn="l" rtl="0" eaLnBrk="1" hangingPunct="1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●"/>
              <a:defRPr sz="24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7pPr>
            <a:lvl8pPr marL="3657600" marR="0" lvl="7" indent="-381000" algn="l" rtl="0" eaLnBrk="1" hangingPunct="1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○"/>
              <a:defRPr sz="24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8pPr>
            <a:lvl9pPr marL="4114800" marR="0" lvl="8" indent="-381000" algn="l" rtl="0" eaLnBrk="1" hangingPunct="1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400"/>
              <a:buFont typeface="Catamaran Thin"/>
              <a:buChar char="■"/>
              <a:defRPr sz="2400" b="0" i="0" u="none" strike="noStrike" cap="none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9pPr>
          </a:lstStyle>
          <a:p>
            <a:r>
              <a:rPr lang="ar-SA" sz="1400" dirty="0">
                <a:latin typeface="Calibri" panose="020F0502020204030204" pitchFamily="34" charset="0"/>
                <a:cs typeface="Calibri" panose="020F0502020204030204" pitchFamily="34" charset="0"/>
              </a:rPr>
              <a:t>تحسين كفاءة التشغيل وإدارة الأسطول.</a:t>
            </a:r>
          </a:p>
          <a:p>
            <a:r>
              <a:rPr lang="ar-SA" sz="1400" dirty="0">
                <a:latin typeface="Calibri" panose="020F0502020204030204" pitchFamily="34" charset="0"/>
                <a:cs typeface="Calibri" panose="020F0502020204030204" pitchFamily="34" charset="0"/>
              </a:rPr>
              <a:t>تسهيل عملية الموافقات.</a:t>
            </a:r>
          </a:p>
          <a:p>
            <a:r>
              <a:rPr lang="ar-SA" sz="1400" dirty="0">
                <a:latin typeface="Calibri" panose="020F0502020204030204" pitchFamily="34" charset="0"/>
                <a:cs typeface="Calibri" panose="020F0502020204030204" pitchFamily="34" charset="0"/>
              </a:rPr>
              <a:t>تقليل استهلاك الأوراق والاعتماد على التكنلوجيا (التحول الرقمي).</a:t>
            </a:r>
          </a:p>
          <a:p>
            <a:r>
              <a:rPr lang="ar-SA" sz="1400" dirty="0">
                <a:latin typeface="Calibri" panose="020F0502020204030204" pitchFamily="34" charset="0"/>
                <a:cs typeface="Calibri" panose="020F0502020204030204" pitchFamily="34" charset="0"/>
              </a:rPr>
              <a:t>التكامل المرن مع إي نظام.</a:t>
            </a:r>
          </a:p>
          <a:p>
            <a:r>
              <a:rPr lang="ar-SA" sz="1400" dirty="0">
                <a:latin typeface="Calibri" panose="020F0502020204030204" pitchFamily="34" charset="0"/>
                <a:cs typeface="Calibri" panose="020F0502020204030204" pitchFamily="34" charset="0"/>
              </a:rPr>
              <a:t>قابلية التعديل.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406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>
          <a:extLst>
            <a:ext uri="{FF2B5EF4-FFF2-40B4-BE49-F238E27FC236}">
              <a16:creationId xmlns:a16="http://schemas.microsoft.com/office/drawing/2014/main" id="{F16AFB4C-BD0E-E67C-73AC-03359B943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>
            <a:extLst>
              <a:ext uri="{FF2B5EF4-FFF2-40B4-BE49-F238E27FC236}">
                <a16:creationId xmlns:a16="http://schemas.microsoft.com/office/drawing/2014/main" id="{79EBEEB7-3E16-A57D-D142-AD3C66C4574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83384" y="3025058"/>
            <a:ext cx="5811000" cy="47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dirty="0">
                <a:latin typeface="Calibri" panose="020F0502020204030204" pitchFamily="34" charset="0"/>
                <a:cs typeface="Calibri" panose="020F0502020204030204" pitchFamily="34" charset="0"/>
              </a:rPr>
              <a:t>الأنظمة (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Modules</a:t>
            </a:r>
            <a:r>
              <a:rPr lang="ar-SA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8" name="Google Shape;228;p15">
            <a:extLst>
              <a:ext uri="{FF2B5EF4-FFF2-40B4-BE49-F238E27FC236}">
                <a16:creationId xmlns:a16="http://schemas.microsoft.com/office/drawing/2014/main" id="{3F4F97D8-E674-A481-479B-EFD6DF8C5608}"/>
              </a:ext>
            </a:extLst>
          </p:cNvPr>
          <p:cNvSpPr txBox="1"/>
          <p:nvPr/>
        </p:nvSpPr>
        <p:spPr>
          <a:xfrm>
            <a:off x="6393994" y="2250563"/>
            <a:ext cx="2004000" cy="22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ar-SA" sz="9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tamaran"/>
                <a:ea typeface="Catamaran"/>
                <a:cs typeface="Catamaran"/>
                <a:sym typeface="Catamaran"/>
              </a:rPr>
              <a:t>2</a:t>
            </a:r>
            <a:endParaRPr kumimoji="0" sz="9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tamaran"/>
              <a:ea typeface="Catamaran"/>
              <a:cs typeface="Catamaran"/>
              <a:sym typeface="Catamaran"/>
            </a:endParaRPr>
          </a:p>
        </p:txBody>
      </p:sp>
    </p:spTree>
    <p:extLst>
      <p:ext uri="{BB962C8B-B14F-4D97-AF65-F5344CB8AC3E}">
        <p14:creationId xmlns:p14="http://schemas.microsoft.com/office/powerpoint/2010/main" val="687166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18A25FF7-7F20-6BE2-CAD9-BFF2EA75E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">
            <a:extLst>
              <a:ext uri="{FF2B5EF4-FFF2-40B4-BE49-F238E27FC236}">
                <a16:creationId xmlns:a16="http://schemas.microsoft.com/office/drawing/2014/main" id="{B11121C3-76AE-254A-6301-9C3F4090AC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644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dirty="0">
                <a:latin typeface="Calibri" panose="020F0502020204030204" pitchFamily="34" charset="0"/>
                <a:cs typeface="Calibri" panose="020F0502020204030204" pitchFamily="34" charset="0"/>
              </a:rPr>
              <a:t>الأنظمة (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Modules</a:t>
            </a:r>
            <a:r>
              <a:rPr lang="ar-SA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1" name="Google Shape;241;p17">
            <a:extLst>
              <a:ext uri="{FF2B5EF4-FFF2-40B4-BE49-F238E27FC236}">
                <a16:creationId xmlns:a16="http://schemas.microsoft.com/office/drawing/2014/main" id="{3AB0A719-5079-0306-1ADF-6C2D6CAB9B8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BF9B2CC-7D58-412B-F65C-CA63E22DE452}"/>
              </a:ext>
            </a:extLst>
          </p:cNvPr>
          <p:cNvGrpSpPr/>
          <p:nvPr/>
        </p:nvGrpSpPr>
        <p:grpSpPr>
          <a:xfrm>
            <a:off x="2434467" y="1596959"/>
            <a:ext cx="6273506" cy="3176556"/>
            <a:chOff x="2434467" y="1596959"/>
            <a:chExt cx="6273506" cy="3176556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A6A6B49-E5EA-AAE2-0DD5-E0FFB35754B4}"/>
                </a:ext>
              </a:extLst>
            </p:cNvPr>
            <p:cNvGrpSpPr/>
            <p:nvPr/>
          </p:nvGrpSpPr>
          <p:grpSpPr>
            <a:xfrm>
              <a:off x="6742013" y="1596959"/>
              <a:ext cx="1965960" cy="662094"/>
              <a:chOff x="6941127" y="1605895"/>
              <a:chExt cx="1965960" cy="662094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92102CBF-F4E5-4B26-A855-087C2E36B518}"/>
                  </a:ext>
                </a:extLst>
              </p:cNvPr>
              <p:cNvSpPr/>
              <p:nvPr/>
            </p:nvSpPr>
            <p:spPr>
              <a:xfrm>
                <a:off x="6941127" y="1627909"/>
                <a:ext cx="1965960" cy="640080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1"/>
                <a:r>
                  <a:rPr lang="ar-SA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نظام التشغيل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8272C5E1-DC3B-4742-D096-40AF6B402EC1}"/>
                  </a:ext>
                </a:extLst>
              </p:cNvPr>
              <p:cNvGrpSpPr/>
              <p:nvPr/>
            </p:nvGrpSpPr>
            <p:grpSpPr>
              <a:xfrm>
                <a:off x="6942825" y="1605895"/>
                <a:ext cx="566928" cy="517082"/>
                <a:chOff x="6042280" y="1545679"/>
                <a:chExt cx="566928" cy="517082"/>
              </a:xfrm>
            </p:grpSpPr>
            <p:sp>
              <p:nvSpPr>
                <p:cNvPr id="9" name="Diagonal Stripe 8">
                  <a:extLst>
                    <a:ext uri="{FF2B5EF4-FFF2-40B4-BE49-F238E27FC236}">
                      <a16:creationId xmlns:a16="http://schemas.microsoft.com/office/drawing/2014/main" id="{29BBE7CA-FE6D-9E1F-1B9C-4861A5CC1999}"/>
                    </a:ext>
                  </a:extLst>
                </p:cNvPr>
                <p:cNvSpPr/>
                <p:nvPr/>
              </p:nvSpPr>
              <p:spPr>
                <a:xfrm>
                  <a:off x="6042280" y="1568985"/>
                  <a:ext cx="566928" cy="493776"/>
                </a:xfrm>
                <a:prstGeom prst="diagStripe">
                  <a:avLst>
                    <a:gd name="adj" fmla="val 38279"/>
                  </a:avLst>
                </a:pr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C55E659-5EDE-1245-05B2-BE6522B434A7}"/>
                    </a:ext>
                  </a:extLst>
                </p:cNvPr>
                <p:cNvSpPr txBox="1"/>
                <p:nvPr/>
              </p:nvSpPr>
              <p:spPr>
                <a:xfrm rot="18877108">
                  <a:off x="6036170" y="1600543"/>
                  <a:ext cx="512064" cy="40233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rtl="1"/>
                  <a:r>
                    <a:rPr lang="ar-SA" sz="1000" dirty="0">
                      <a:solidFill>
                        <a:schemeClr val="bg1"/>
                      </a:solidFill>
                      <a:latin typeface="+mj-lt"/>
                    </a:rPr>
                    <a:t>مكتمل</a:t>
                  </a:r>
                  <a:endParaRPr lang="en-US" dirty="0">
                    <a:solidFill>
                      <a:schemeClr val="bg1"/>
                    </a:solidFill>
                    <a:latin typeface="+mj-lt"/>
                  </a:endParaRPr>
                </a:p>
              </p:txBody>
            </p:sp>
          </p:grp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AA8AD9A-8B28-274E-8768-6A1B77F62D3D}"/>
                </a:ext>
              </a:extLst>
            </p:cNvPr>
            <p:cNvGrpSpPr/>
            <p:nvPr/>
          </p:nvGrpSpPr>
          <p:grpSpPr>
            <a:xfrm>
              <a:off x="4685728" y="1862784"/>
              <a:ext cx="1972921" cy="640080"/>
              <a:chOff x="6935183" y="1627909"/>
              <a:chExt cx="1684330" cy="457200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4B8BEEC9-F79E-75B0-0329-939825CF3141}"/>
                  </a:ext>
                </a:extLst>
              </p:cNvPr>
              <p:cNvSpPr/>
              <p:nvPr/>
            </p:nvSpPr>
            <p:spPr>
              <a:xfrm>
                <a:off x="6941126" y="1627909"/>
                <a:ext cx="1678387" cy="457200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1"/>
                <a:r>
                  <a:rPr lang="ar-SA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نظام الورشة</a:t>
                </a:r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A40D6ADC-FBF5-4E91-B2B8-7F0AE3064577}"/>
                  </a:ext>
                </a:extLst>
              </p:cNvPr>
              <p:cNvGrpSpPr/>
              <p:nvPr/>
            </p:nvGrpSpPr>
            <p:grpSpPr>
              <a:xfrm>
                <a:off x="6935183" y="1629202"/>
                <a:ext cx="491902" cy="349431"/>
                <a:chOff x="6034638" y="1568986"/>
                <a:chExt cx="491902" cy="349431"/>
              </a:xfrm>
            </p:grpSpPr>
            <p:sp>
              <p:nvSpPr>
                <p:cNvPr id="20" name="Diagonal Stripe 19">
                  <a:extLst>
                    <a:ext uri="{FF2B5EF4-FFF2-40B4-BE49-F238E27FC236}">
                      <a16:creationId xmlns:a16="http://schemas.microsoft.com/office/drawing/2014/main" id="{C2E7372A-F97A-0D92-7F5C-D66DCC7CB9CC}"/>
                    </a:ext>
                  </a:extLst>
                </p:cNvPr>
                <p:cNvSpPr/>
                <p:nvPr/>
              </p:nvSpPr>
              <p:spPr>
                <a:xfrm>
                  <a:off x="6042281" y="1568986"/>
                  <a:ext cx="484259" cy="349431"/>
                </a:xfrm>
                <a:prstGeom prst="diagStripe">
                  <a:avLst>
                    <a:gd name="adj" fmla="val 38279"/>
                  </a:avLst>
                </a:pr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29AA8F6-4EB0-8DBE-6FB4-0CDF907BD43E}"/>
                    </a:ext>
                  </a:extLst>
                </p:cNvPr>
                <p:cNvSpPr txBox="1"/>
                <p:nvPr/>
              </p:nvSpPr>
              <p:spPr>
                <a:xfrm rot="19002926">
                  <a:off x="6034638" y="1595537"/>
                  <a:ext cx="436338" cy="2873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rtl="1"/>
                  <a:r>
                    <a:rPr lang="ar-SA" sz="1000" dirty="0">
                      <a:solidFill>
                        <a:schemeClr val="bg1"/>
                      </a:solidFill>
                      <a:latin typeface="+mj-lt"/>
                    </a:rPr>
                    <a:t>مكتمل</a:t>
                  </a:r>
                  <a:endParaRPr lang="en-US" dirty="0">
                    <a:solidFill>
                      <a:schemeClr val="bg1"/>
                    </a:solidFill>
                    <a:latin typeface="+mj-lt"/>
                  </a:endParaRPr>
                </a:p>
              </p:txBody>
            </p:sp>
          </p:grp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5F4EF92-8EEC-2B54-1EFD-31548590AC27}"/>
                </a:ext>
              </a:extLst>
            </p:cNvPr>
            <p:cNvGrpSpPr/>
            <p:nvPr/>
          </p:nvGrpSpPr>
          <p:grpSpPr>
            <a:xfrm>
              <a:off x="2632374" y="2076173"/>
              <a:ext cx="1983530" cy="640080"/>
              <a:chOff x="6926152" y="1627909"/>
              <a:chExt cx="1690569" cy="396300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5D928B4-DC6B-E636-45A5-A916A84E37D9}"/>
                  </a:ext>
                </a:extLst>
              </p:cNvPr>
              <p:cNvSpPr/>
              <p:nvPr/>
            </p:nvSpPr>
            <p:spPr>
              <a:xfrm>
                <a:off x="6941127" y="1627909"/>
                <a:ext cx="1675594" cy="396300"/>
              </a:xfrm>
              <a:prstGeom prst="round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1"/>
                <a:r>
                  <a:rPr lang="ar-SA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نظام </a:t>
                </a:r>
                <a:r>
                  <a:rPr lang="ar-SA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المشتريات</a:t>
                </a:r>
                <a:br>
                  <a:rPr lang="ar-SA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ar-SA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وبيع المستعمل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D9E90529-1FE1-3347-71E6-472E20789315}"/>
                  </a:ext>
                </a:extLst>
              </p:cNvPr>
              <p:cNvGrpSpPr/>
              <p:nvPr/>
            </p:nvGrpSpPr>
            <p:grpSpPr>
              <a:xfrm>
                <a:off x="6926152" y="1629202"/>
                <a:ext cx="500933" cy="349431"/>
                <a:chOff x="6025607" y="1568986"/>
                <a:chExt cx="500933" cy="349431"/>
              </a:xfrm>
            </p:grpSpPr>
            <p:sp>
              <p:nvSpPr>
                <p:cNvPr id="26" name="Diagonal Stripe 25">
                  <a:extLst>
                    <a:ext uri="{FF2B5EF4-FFF2-40B4-BE49-F238E27FC236}">
                      <a16:creationId xmlns:a16="http://schemas.microsoft.com/office/drawing/2014/main" id="{14DA3090-2C63-5330-BD49-D23F0405A3E3}"/>
                    </a:ext>
                  </a:extLst>
                </p:cNvPr>
                <p:cNvSpPr/>
                <p:nvPr/>
              </p:nvSpPr>
              <p:spPr>
                <a:xfrm>
                  <a:off x="6042281" y="1568986"/>
                  <a:ext cx="484259" cy="349431"/>
                </a:xfrm>
                <a:prstGeom prst="diagStripe">
                  <a:avLst>
                    <a:gd name="adj" fmla="val 38279"/>
                  </a:avLst>
                </a:pr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DCAA9F4-D2FD-E214-BA24-30DDF591FE04}"/>
                    </a:ext>
                  </a:extLst>
                </p:cNvPr>
                <p:cNvSpPr txBox="1"/>
                <p:nvPr/>
              </p:nvSpPr>
              <p:spPr>
                <a:xfrm rot="18932876">
                  <a:off x="6025607" y="1614869"/>
                  <a:ext cx="436338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rtl="1"/>
                  <a:r>
                    <a:rPr lang="ar-SA" sz="1000" dirty="0">
                      <a:solidFill>
                        <a:schemeClr val="bg1"/>
                      </a:solidFill>
                      <a:latin typeface="+mj-lt"/>
                    </a:rPr>
                    <a:t>مكتمل</a:t>
                  </a:r>
                  <a:endParaRPr lang="en-US" dirty="0">
                    <a:solidFill>
                      <a:schemeClr val="bg1"/>
                    </a:solidFill>
                    <a:latin typeface="+mj-lt"/>
                  </a:endParaRPr>
                </a:p>
              </p:txBody>
            </p:sp>
          </p:grp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5094547-B1E6-8241-31F5-C471BE2D63E7}"/>
                </a:ext>
              </a:extLst>
            </p:cNvPr>
            <p:cNvGrpSpPr/>
            <p:nvPr/>
          </p:nvGrpSpPr>
          <p:grpSpPr>
            <a:xfrm>
              <a:off x="4692692" y="2916158"/>
              <a:ext cx="1965960" cy="645999"/>
              <a:chOff x="6941127" y="1624245"/>
              <a:chExt cx="1678387" cy="399964"/>
            </a:xfrm>
          </p:grpSpPr>
          <p:sp>
            <p:nvSpPr>
              <p:cNvPr id="203" name="Rectangle: Rounded Corners 202">
                <a:extLst>
                  <a:ext uri="{FF2B5EF4-FFF2-40B4-BE49-F238E27FC236}">
                    <a16:creationId xmlns:a16="http://schemas.microsoft.com/office/drawing/2014/main" id="{43606648-C928-B15F-36BC-48FB372FD84D}"/>
                  </a:ext>
                </a:extLst>
              </p:cNvPr>
              <p:cNvSpPr/>
              <p:nvPr/>
            </p:nvSpPr>
            <p:spPr>
              <a:xfrm>
                <a:off x="6941127" y="1627909"/>
                <a:ext cx="1678387" cy="396300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1"/>
                <a:r>
                  <a:rPr lang="ar-SA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نظام</a:t>
                </a:r>
                <a:br>
                  <a:rPr lang="ar-SA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ar-SA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الأصول الثابتة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04" name="Group 203">
                <a:extLst>
                  <a:ext uri="{FF2B5EF4-FFF2-40B4-BE49-F238E27FC236}">
                    <a16:creationId xmlns:a16="http://schemas.microsoft.com/office/drawing/2014/main" id="{A2303540-1622-30A1-F5FE-0E11DE64175F}"/>
                  </a:ext>
                </a:extLst>
              </p:cNvPr>
              <p:cNvGrpSpPr/>
              <p:nvPr/>
            </p:nvGrpSpPr>
            <p:grpSpPr>
              <a:xfrm>
                <a:off x="6942826" y="1624245"/>
                <a:ext cx="484259" cy="354388"/>
                <a:chOff x="6042281" y="1564029"/>
                <a:chExt cx="484259" cy="354388"/>
              </a:xfrm>
            </p:grpSpPr>
            <p:sp>
              <p:nvSpPr>
                <p:cNvPr id="205" name="Diagonal Stripe 204">
                  <a:extLst>
                    <a:ext uri="{FF2B5EF4-FFF2-40B4-BE49-F238E27FC236}">
                      <a16:creationId xmlns:a16="http://schemas.microsoft.com/office/drawing/2014/main" id="{E21F27E0-84A7-03D0-4D10-CCB681C534C7}"/>
                    </a:ext>
                  </a:extLst>
                </p:cNvPr>
                <p:cNvSpPr/>
                <p:nvPr/>
              </p:nvSpPr>
              <p:spPr>
                <a:xfrm>
                  <a:off x="6042281" y="1568986"/>
                  <a:ext cx="484259" cy="349431"/>
                </a:xfrm>
                <a:prstGeom prst="diagStripe">
                  <a:avLst>
                    <a:gd name="adj" fmla="val 38279"/>
                  </a:avLst>
                </a:pr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B5AE9077-6BF8-8E7E-A66C-347E3FBAA2D5}"/>
                    </a:ext>
                  </a:extLst>
                </p:cNvPr>
                <p:cNvSpPr txBox="1"/>
                <p:nvPr/>
              </p:nvSpPr>
              <p:spPr>
                <a:xfrm rot="18893232">
                  <a:off x="6096433" y="1552496"/>
                  <a:ext cx="316443" cy="3395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rtl="1"/>
                  <a:r>
                    <a:rPr lang="ar-SA" sz="1000" dirty="0">
                      <a:solidFill>
                        <a:schemeClr val="bg1"/>
                      </a:solidFill>
                      <a:latin typeface="+mj-lt"/>
                    </a:rPr>
                    <a:t>مكتمل</a:t>
                  </a:r>
                  <a:endParaRPr lang="en-US" dirty="0">
                    <a:solidFill>
                      <a:schemeClr val="bg1"/>
                    </a:solidFill>
                    <a:latin typeface="+mj-lt"/>
                  </a:endParaRPr>
                </a:p>
              </p:txBody>
            </p:sp>
          </p:grpSp>
        </p:grp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1F435D7E-0A82-44A0-3655-FC01B75209A6}"/>
                </a:ext>
              </a:extLst>
            </p:cNvPr>
            <p:cNvGrpSpPr/>
            <p:nvPr/>
          </p:nvGrpSpPr>
          <p:grpSpPr>
            <a:xfrm>
              <a:off x="6742013" y="2619296"/>
              <a:ext cx="1965960" cy="714259"/>
              <a:chOff x="6941127" y="1574925"/>
              <a:chExt cx="1965960" cy="510184"/>
            </a:xfrm>
          </p:grpSpPr>
          <p:sp>
            <p:nvSpPr>
              <p:cNvPr id="213" name="Rectangle: Rounded Corners 212">
                <a:extLst>
                  <a:ext uri="{FF2B5EF4-FFF2-40B4-BE49-F238E27FC236}">
                    <a16:creationId xmlns:a16="http://schemas.microsoft.com/office/drawing/2014/main" id="{4113B471-EC38-A3D1-B698-5DA0DF2FE461}"/>
                  </a:ext>
                </a:extLst>
              </p:cNvPr>
              <p:cNvSpPr/>
              <p:nvPr/>
            </p:nvSpPr>
            <p:spPr>
              <a:xfrm>
                <a:off x="6941127" y="1627909"/>
                <a:ext cx="1965960" cy="457200"/>
              </a:xfrm>
              <a:prstGeom prst="round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1"/>
                <a:r>
                  <a:rPr lang="ar-SA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نظام التأمين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14" name="Group 213">
                <a:extLst>
                  <a:ext uri="{FF2B5EF4-FFF2-40B4-BE49-F238E27FC236}">
                    <a16:creationId xmlns:a16="http://schemas.microsoft.com/office/drawing/2014/main" id="{C2E5AA3D-5E61-8CA5-7C80-C8364A23936F}"/>
                  </a:ext>
                </a:extLst>
              </p:cNvPr>
              <p:cNvGrpSpPr/>
              <p:nvPr/>
            </p:nvGrpSpPr>
            <p:grpSpPr>
              <a:xfrm>
                <a:off x="6942826" y="1574925"/>
                <a:ext cx="484259" cy="403708"/>
                <a:chOff x="6042281" y="1514709"/>
                <a:chExt cx="484259" cy="403708"/>
              </a:xfrm>
            </p:grpSpPr>
            <p:sp>
              <p:nvSpPr>
                <p:cNvPr id="215" name="Diagonal Stripe 214">
                  <a:extLst>
                    <a:ext uri="{FF2B5EF4-FFF2-40B4-BE49-F238E27FC236}">
                      <a16:creationId xmlns:a16="http://schemas.microsoft.com/office/drawing/2014/main" id="{268DC051-5D85-CD33-4976-952112247DD6}"/>
                    </a:ext>
                  </a:extLst>
                </p:cNvPr>
                <p:cNvSpPr/>
                <p:nvPr/>
              </p:nvSpPr>
              <p:spPr>
                <a:xfrm>
                  <a:off x="6042281" y="1568986"/>
                  <a:ext cx="484259" cy="349431"/>
                </a:xfrm>
                <a:prstGeom prst="diagStripe">
                  <a:avLst>
                    <a:gd name="adj" fmla="val 38279"/>
                  </a:avLst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6" name="TextBox 215">
                  <a:extLst>
                    <a:ext uri="{FF2B5EF4-FFF2-40B4-BE49-F238E27FC236}">
                      <a16:creationId xmlns:a16="http://schemas.microsoft.com/office/drawing/2014/main" id="{C5EBC347-1487-2A50-FE5A-EAE66491D4FF}"/>
                    </a:ext>
                  </a:extLst>
                </p:cNvPr>
                <p:cNvSpPr txBox="1"/>
                <p:nvPr/>
              </p:nvSpPr>
              <p:spPr>
                <a:xfrm rot="18806639">
                  <a:off x="6042405" y="1573443"/>
                  <a:ext cx="397546" cy="2800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rtl="1"/>
                  <a:r>
                    <a:rPr lang="ar-SA" sz="700" dirty="0">
                      <a:solidFill>
                        <a:schemeClr val="bg1"/>
                      </a:solidFill>
                      <a:latin typeface="+mj-lt"/>
                    </a:rPr>
                    <a:t>  قيد التطوير</a:t>
                  </a:r>
                  <a:endParaRPr lang="en-US" sz="1050" dirty="0">
                    <a:solidFill>
                      <a:schemeClr val="bg1"/>
                    </a:solidFill>
                    <a:latin typeface="+mj-lt"/>
                  </a:endParaRPr>
                </a:p>
              </p:txBody>
            </p:sp>
          </p:grp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81B87CD-038F-568B-79C1-F65F2603FBCE}"/>
                </a:ext>
              </a:extLst>
            </p:cNvPr>
            <p:cNvGrpSpPr/>
            <p:nvPr/>
          </p:nvGrpSpPr>
          <p:grpSpPr>
            <a:xfrm>
              <a:off x="2434467" y="3150668"/>
              <a:ext cx="2427135" cy="1622847"/>
              <a:chOff x="2434467" y="3150668"/>
              <a:chExt cx="2427135" cy="1622847"/>
            </a:xfrm>
          </p:grpSpPr>
          <p:grpSp>
            <p:nvGrpSpPr>
              <p:cNvPr id="232" name="Group 231">
                <a:extLst>
                  <a:ext uri="{FF2B5EF4-FFF2-40B4-BE49-F238E27FC236}">
                    <a16:creationId xmlns:a16="http://schemas.microsoft.com/office/drawing/2014/main" id="{0A11F04A-F9BD-BC64-97E2-8055EE0470D1}"/>
                  </a:ext>
                </a:extLst>
              </p:cNvPr>
              <p:cNvGrpSpPr/>
              <p:nvPr/>
            </p:nvGrpSpPr>
            <p:grpSpPr>
              <a:xfrm>
                <a:off x="3758342" y="4133417"/>
                <a:ext cx="1103260" cy="640078"/>
                <a:chOff x="3906523" y="3662742"/>
                <a:chExt cx="1103260" cy="457200"/>
              </a:xfrm>
            </p:grpSpPr>
            <p:sp>
              <p:nvSpPr>
                <p:cNvPr id="222" name="Rectangle: Top Corners Snipped 221">
                  <a:extLst>
                    <a:ext uri="{FF2B5EF4-FFF2-40B4-BE49-F238E27FC236}">
                      <a16:creationId xmlns:a16="http://schemas.microsoft.com/office/drawing/2014/main" id="{D60A41F6-F7E0-FE44-9F92-42571109A1EA}"/>
                    </a:ext>
                  </a:extLst>
                </p:cNvPr>
                <p:cNvSpPr/>
                <p:nvPr/>
              </p:nvSpPr>
              <p:spPr>
                <a:xfrm>
                  <a:off x="3958223" y="3662742"/>
                  <a:ext cx="1051560" cy="457200"/>
                </a:xfrm>
                <a:prstGeom prst="snip2SameRect">
                  <a:avLst/>
                </a:prstGeom>
                <a:solidFill>
                  <a:schemeClr val="bg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1"/>
                  <a:r>
                    <a:rPr lang="ar-SA" dirty="0"/>
                    <a:t>المحاسبة</a:t>
                  </a:r>
                  <a:endParaRPr lang="en-US" dirty="0"/>
                </a:p>
              </p:txBody>
            </p:sp>
            <p:grpSp>
              <p:nvGrpSpPr>
                <p:cNvPr id="231" name="Group 230">
                  <a:extLst>
                    <a:ext uri="{FF2B5EF4-FFF2-40B4-BE49-F238E27FC236}">
                      <a16:creationId xmlns:a16="http://schemas.microsoft.com/office/drawing/2014/main" id="{38616D70-18F3-881E-FA01-1634A3C1B3D1}"/>
                    </a:ext>
                  </a:extLst>
                </p:cNvPr>
                <p:cNvGrpSpPr/>
                <p:nvPr/>
              </p:nvGrpSpPr>
              <p:grpSpPr>
                <a:xfrm>
                  <a:off x="3906523" y="3662746"/>
                  <a:ext cx="404085" cy="239905"/>
                  <a:chOff x="2009360" y="3247463"/>
                  <a:chExt cx="769917" cy="340267"/>
                </a:xfrm>
              </p:grpSpPr>
              <p:sp>
                <p:nvSpPr>
                  <p:cNvPr id="229" name="Diagonal Stripe 228">
                    <a:extLst>
                      <a:ext uri="{FF2B5EF4-FFF2-40B4-BE49-F238E27FC236}">
                        <a16:creationId xmlns:a16="http://schemas.microsoft.com/office/drawing/2014/main" id="{1829C55E-FEA8-78B7-5BD0-E055C80DA007}"/>
                      </a:ext>
                    </a:extLst>
                  </p:cNvPr>
                  <p:cNvSpPr/>
                  <p:nvPr/>
                </p:nvSpPr>
                <p:spPr>
                  <a:xfrm>
                    <a:off x="2107869" y="3247463"/>
                    <a:ext cx="671408" cy="340267"/>
                  </a:xfrm>
                  <a:prstGeom prst="diagStripe">
                    <a:avLst>
                      <a:gd name="adj" fmla="val 38279"/>
                    </a:avLst>
                  </a:prstGeom>
                  <a:solidFill>
                    <a:schemeClr val="accent3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30" name="TextBox 229">
                    <a:extLst>
                      <a:ext uri="{FF2B5EF4-FFF2-40B4-BE49-F238E27FC236}">
                        <a16:creationId xmlns:a16="http://schemas.microsoft.com/office/drawing/2014/main" id="{1DDF096D-86A8-ABB5-E5A0-FC24F2D56393}"/>
                      </a:ext>
                    </a:extLst>
                  </p:cNvPr>
                  <p:cNvSpPr txBox="1"/>
                  <p:nvPr/>
                </p:nvSpPr>
                <p:spPr>
                  <a:xfrm rot="19061922">
                    <a:off x="2009360" y="3266311"/>
                    <a:ext cx="681717" cy="20267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 rtl="1"/>
                    <a:r>
                      <a:rPr lang="ar-SA" sz="700" dirty="0">
                        <a:solidFill>
                          <a:schemeClr val="bg1"/>
                        </a:solidFill>
                        <a:latin typeface="+mj-lt"/>
                      </a:rPr>
                      <a:t>مكتمل</a:t>
                    </a:r>
                    <a:endParaRPr lang="en-US" dirty="0">
                      <a:solidFill>
                        <a:schemeClr val="bg1"/>
                      </a:solidFill>
                      <a:latin typeface="+mj-lt"/>
                    </a:endParaRPr>
                  </a:p>
                </p:txBody>
              </p:sp>
            </p:grpSp>
          </p:grpSp>
          <p:sp>
            <p:nvSpPr>
              <p:cNvPr id="208" name="Rectangle: Rounded Corners 207">
                <a:extLst>
                  <a:ext uri="{FF2B5EF4-FFF2-40B4-BE49-F238E27FC236}">
                    <a16:creationId xmlns:a16="http://schemas.microsoft.com/office/drawing/2014/main" id="{1C3EFE9D-74ED-DB4D-70E3-0E189D81D873}"/>
                  </a:ext>
                </a:extLst>
              </p:cNvPr>
              <p:cNvSpPr/>
              <p:nvPr/>
            </p:nvSpPr>
            <p:spPr>
              <a:xfrm>
                <a:off x="2651518" y="3150668"/>
                <a:ext cx="1965960" cy="640080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1"/>
                <a:r>
                  <a:rPr lang="ar-SA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نظام </a:t>
                </a:r>
                <a:r>
                  <a:rPr lang="ar-SA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المالية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225" name="Straight Arrow Connector 224">
                <a:extLst>
                  <a:ext uri="{FF2B5EF4-FFF2-40B4-BE49-F238E27FC236}">
                    <a16:creationId xmlns:a16="http://schemas.microsoft.com/office/drawing/2014/main" id="{39658905-FBF3-43B1-E4EA-8960A6730077}"/>
                  </a:ext>
                </a:extLst>
              </p:cNvPr>
              <p:cNvCxnSpPr>
                <a:stCxn id="208" idx="2"/>
                <a:endCxn id="222" idx="3"/>
              </p:cNvCxnSpPr>
              <p:nvPr/>
            </p:nvCxnSpPr>
            <p:spPr>
              <a:xfrm>
                <a:off x="3634498" y="3790748"/>
                <a:ext cx="701324" cy="342669"/>
              </a:xfrm>
              <a:prstGeom prst="straightConnector1">
                <a:avLst/>
              </a:prstGeom>
              <a:ln>
                <a:solidFill>
                  <a:schemeClr val="accent5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6" name="Straight Arrow Connector 225">
                <a:extLst>
                  <a:ext uri="{FF2B5EF4-FFF2-40B4-BE49-F238E27FC236}">
                    <a16:creationId xmlns:a16="http://schemas.microsoft.com/office/drawing/2014/main" id="{18D3033E-7DE4-B59A-7BF9-A390E0BF2C79}"/>
                  </a:ext>
                </a:extLst>
              </p:cNvPr>
              <p:cNvCxnSpPr>
                <a:cxnSpLocks/>
                <a:stCxn id="208" idx="2"/>
                <a:endCxn id="235" idx="3"/>
              </p:cNvCxnSpPr>
              <p:nvPr/>
            </p:nvCxnSpPr>
            <p:spPr>
              <a:xfrm flipH="1">
                <a:off x="3038819" y="3790748"/>
                <a:ext cx="595679" cy="342687"/>
              </a:xfrm>
              <a:prstGeom prst="straightConnector1">
                <a:avLst/>
              </a:prstGeom>
              <a:ln>
                <a:solidFill>
                  <a:schemeClr val="accent5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D4013B52-0EBE-0C33-0F1E-4535342F309A}"/>
                  </a:ext>
                </a:extLst>
              </p:cNvPr>
              <p:cNvGrpSpPr/>
              <p:nvPr/>
            </p:nvGrpSpPr>
            <p:grpSpPr>
              <a:xfrm>
                <a:off x="2434467" y="4133217"/>
                <a:ext cx="1130132" cy="640298"/>
                <a:chOff x="2434467" y="4133217"/>
                <a:chExt cx="1130132" cy="640298"/>
              </a:xfrm>
            </p:grpSpPr>
            <p:sp>
              <p:nvSpPr>
                <p:cNvPr id="235" name="Rectangle: Top Corners Snipped 234">
                  <a:extLst>
                    <a:ext uri="{FF2B5EF4-FFF2-40B4-BE49-F238E27FC236}">
                      <a16:creationId xmlns:a16="http://schemas.microsoft.com/office/drawing/2014/main" id="{5D60F8F1-1BD0-B340-7E58-EF4EB76597EF}"/>
                    </a:ext>
                  </a:extLst>
                </p:cNvPr>
                <p:cNvSpPr/>
                <p:nvPr/>
              </p:nvSpPr>
              <p:spPr>
                <a:xfrm>
                  <a:off x="2513039" y="4133435"/>
                  <a:ext cx="1051560" cy="640080"/>
                </a:xfrm>
                <a:prstGeom prst="snip2Same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1"/>
                  <a:r>
                    <a:rPr lang="ar-SA" dirty="0"/>
                    <a:t>التكامل</a:t>
                  </a:r>
                </a:p>
                <a:p>
                  <a:pPr algn="ctr" rtl="1"/>
                  <a:r>
                    <a:rPr lang="ar-SA" sz="9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(</a:t>
                  </a:r>
                  <a:r>
                    <a:rPr lang="en-US" sz="9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Integration</a:t>
                  </a:r>
                  <a:r>
                    <a:rPr lang="ar-SA" sz="9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)</a:t>
                  </a:r>
                  <a:endParaRPr lang="en-US" sz="900" dirty="0"/>
                </a:p>
              </p:txBody>
            </p:sp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B4A7E337-E253-562C-30AF-6FD81CD4E8A8}"/>
                    </a:ext>
                  </a:extLst>
                </p:cNvPr>
                <p:cNvGrpSpPr/>
                <p:nvPr/>
              </p:nvGrpSpPr>
              <p:grpSpPr>
                <a:xfrm>
                  <a:off x="2434467" y="4133217"/>
                  <a:ext cx="432856" cy="335866"/>
                  <a:chOff x="2434467" y="4133217"/>
                  <a:chExt cx="432856" cy="335866"/>
                </a:xfrm>
              </p:grpSpPr>
              <p:sp>
                <p:nvSpPr>
                  <p:cNvPr id="4" name="Diagonal Stripe 3">
                    <a:extLst>
                      <a:ext uri="{FF2B5EF4-FFF2-40B4-BE49-F238E27FC236}">
                        <a16:creationId xmlns:a16="http://schemas.microsoft.com/office/drawing/2014/main" id="{7293F120-CCB1-5AD4-132C-ADEBE8F1C4F2}"/>
                      </a:ext>
                    </a:extLst>
                  </p:cNvPr>
                  <p:cNvSpPr/>
                  <p:nvPr/>
                </p:nvSpPr>
                <p:spPr>
                  <a:xfrm>
                    <a:off x="2514940" y="4133217"/>
                    <a:ext cx="352383" cy="335866"/>
                  </a:xfrm>
                  <a:prstGeom prst="diagStripe">
                    <a:avLst>
                      <a:gd name="adj" fmla="val 38279"/>
                    </a:avLst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13E455ED-1C9F-7F59-2DAE-9EA6061844D7}"/>
                      </a:ext>
                    </a:extLst>
                  </p:cNvPr>
                  <p:cNvSpPr txBox="1"/>
                  <p:nvPr/>
                </p:nvSpPr>
                <p:spPr>
                  <a:xfrm rot="19061922">
                    <a:off x="2434467" y="4174544"/>
                    <a:ext cx="413173" cy="1692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 rtl="1"/>
                    <a:r>
                      <a:rPr lang="ar-SA" sz="500" dirty="0">
                        <a:solidFill>
                          <a:schemeClr val="bg1"/>
                        </a:solidFill>
                        <a:latin typeface="+mj-lt"/>
                      </a:rPr>
                      <a:t>قيد التطوير</a:t>
                    </a:r>
                    <a:endParaRPr lang="en-US" sz="1100" dirty="0">
                      <a:solidFill>
                        <a:schemeClr val="bg1"/>
                      </a:solidFill>
                      <a:latin typeface="+mj-lt"/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3424215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>
          <a:extLst>
            <a:ext uri="{FF2B5EF4-FFF2-40B4-BE49-F238E27FC236}">
              <a16:creationId xmlns:a16="http://schemas.microsoft.com/office/drawing/2014/main" id="{C5395C33-2ADC-8377-13EB-F13FC34B7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>
            <a:extLst>
              <a:ext uri="{FF2B5EF4-FFF2-40B4-BE49-F238E27FC236}">
                <a16:creationId xmlns:a16="http://schemas.microsoft.com/office/drawing/2014/main" id="{EBCDF91A-C728-20D9-988A-B5F1810A52E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83384" y="3025058"/>
            <a:ext cx="5811000" cy="47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dirty="0">
                <a:latin typeface="Calibri" panose="020F0502020204030204" pitchFamily="34" charset="0"/>
                <a:cs typeface="Calibri" panose="020F0502020204030204" pitchFamily="34" charset="0"/>
              </a:rPr>
              <a:t>التكامل (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Integration</a:t>
            </a:r>
            <a:r>
              <a:rPr lang="ar-SA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8" name="Google Shape;228;p15">
            <a:extLst>
              <a:ext uri="{FF2B5EF4-FFF2-40B4-BE49-F238E27FC236}">
                <a16:creationId xmlns:a16="http://schemas.microsoft.com/office/drawing/2014/main" id="{360A0509-7E2E-0616-B736-91C2F1E7078E}"/>
              </a:ext>
            </a:extLst>
          </p:cNvPr>
          <p:cNvSpPr txBox="1"/>
          <p:nvPr/>
        </p:nvSpPr>
        <p:spPr>
          <a:xfrm>
            <a:off x="6393994" y="2250563"/>
            <a:ext cx="2004000" cy="22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tamaran"/>
                <a:ea typeface="Catamaran"/>
                <a:cs typeface="Catamaran"/>
                <a:sym typeface="Catamaran"/>
              </a:rPr>
              <a:t>3</a:t>
            </a:r>
            <a:endParaRPr kumimoji="0" sz="9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tamaran"/>
              <a:ea typeface="Catamaran"/>
              <a:cs typeface="Catamaran"/>
              <a:sym typeface="Catamaran"/>
            </a:endParaRPr>
          </a:p>
        </p:txBody>
      </p:sp>
    </p:spTree>
    <p:extLst>
      <p:ext uri="{BB962C8B-B14F-4D97-AF65-F5344CB8AC3E}">
        <p14:creationId xmlns:p14="http://schemas.microsoft.com/office/powerpoint/2010/main" val="3673496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A15C9429-4A82-AD80-D6A6-450E8D110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">
            <a:extLst>
              <a:ext uri="{FF2B5EF4-FFF2-40B4-BE49-F238E27FC236}">
                <a16:creationId xmlns:a16="http://schemas.microsoft.com/office/drawing/2014/main" id="{12BA065A-4ACC-10D6-3B88-078DDDB6EA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644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dirty="0">
                <a:latin typeface="Calibri" panose="020F0502020204030204" pitchFamily="34" charset="0"/>
                <a:cs typeface="Calibri" panose="020F0502020204030204" pitchFamily="34" charset="0"/>
              </a:rPr>
              <a:t>تكامل النظام مع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MS Dynamics 365</a:t>
            </a:r>
          </a:p>
        </p:txBody>
      </p:sp>
      <p:sp>
        <p:nvSpPr>
          <p:cNvPr id="241" name="Google Shape;241;p17">
            <a:extLst>
              <a:ext uri="{FF2B5EF4-FFF2-40B4-BE49-F238E27FC236}">
                <a16:creationId xmlns:a16="http://schemas.microsoft.com/office/drawing/2014/main" id="{5FBD28B2-1D3F-3697-ACB6-94960FA1068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C844AD-C628-7F43-7B01-62010CFC2EE0}"/>
              </a:ext>
            </a:extLst>
          </p:cNvPr>
          <p:cNvGraphicFramePr>
            <a:graphicFrameLocks noGrp="1"/>
          </p:cNvGraphicFramePr>
          <p:nvPr/>
        </p:nvGraphicFramePr>
        <p:xfrm>
          <a:off x="159478" y="1887291"/>
          <a:ext cx="8761157" cy="2510758"/>
        </p:xfrm>
        <a:graphic>
          <a:graphicData uri="http://schemas.openxmlformats.org/drawingml/2006/table">
            <a:tbl>
              <a:tblPr firstRow="1" firstCol="1" bandRow="1"/>
              <a:tblGrid>
                <a:gridCol w="339689">
                  <a:extLst>
                    <a:ext uri="{9D8B030D-6E8A-4147-A177-3AD203B41FA5}">
                      <a16:colId xmlns:a16="http://schemas.microsoft.com/office/drawing/2014/main" val="566935769"/>
                    </a:ext>
                  </a:extLst>
                </a:gridCol>
                <a:gridCol w="1908620">
                  <a:extLst>
                    <a:ext uri="{9D8B030D-6E8A-4147-A177-3AD203B41FA5}">
                      <a16:colId xmlns:a16="http://schemas.microsoft.com/office/drawing/2014/main" val="4013889977"/>
                    </a:ext>
                  </a:extLst>
                </a:gridCol>
                <a:gridCol w="1745729">
                  <a:extLst>
                    <a:ext uri="{9D8B030D-6E8A-4147-A177-3AD203B41FA5}">
                      <a16:colId xmlns:a16="http://schemas.microsoft.com/office/drawing/2014/main" val="578970075"/>
                    </a:ext>
                  </a:extLst>
                </a:gridCol>
                <a:gridCol w="1104624">
                  <a:extLst>
                    <a:ext uri="{9D8B030D-6E8A-4147-A177-3AD203B41FA5}">
                      <a16:colId xmlns:a16="http://schemas.microsoft.com/office/drawing/2014/main" val="1878957961"/>
                    </a:ext>
                  </a:extLst>
                </a:gridCol>
                <a:gridCol w="893257">
                  <a:extLst>
                    <a:ext uri="{9D8B030D-6E8A-4147-A177-3AD203B41FA5}">
                      <a16:colId xmlns:a16="http://schemas.microsoft.com/office/drawing/2014/main" val="3134567641"/>
                    </a:ext>
                  </a:extLst>
                </a:gridCol>
                <a:gridCol w="879978">
                  <a:extLst>
                    <a:ext uri="{9D8B030D-6E8A-4147-A177-3AD203B41FA5}">
                      <a16:colId xmlns:a16="http://schemas.microsoft.com/office/drawing/2014/main" val="1937942677"/>
                    </a:ext>
                  </a:extLst>
                </a:gridCol>
                <a:gridCol w="833539">
                  <a:extLst>
                    <a:ext uri="{9D8B030D-6E8A-4147-A177-3AD203B41FA5}">
                      <a16:colId xmlns:a16="http://schemas.microsoft.com/office/drawing/2014/main" val="253231701"/>
                    </a:ext>
                  </a:extLst>
                </a:gridCol>
                <a:gridCol w="1055721">
                  <a:extLst>
                    <a:ext uri="{9D8B030D-6E8A-4147-A177-3AD203B41FA5}">
                      <a16:colId xmlns:a16="http://schemas.microsoft.com/office/drawing/2014/main" val="839725750"/>
                    </a:ext>
                  </a:extLst>
                </a:gridCol>
              </a:tblGrid>
              <a:tr h="4517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Sr. #</a:t>
                      </a:r>
                      <a:endParaRPr lang="en-US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Entity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MS Dynamics 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Team Testing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A9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ACS Team Testing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A9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IT Testing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C769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End User Testing</a:t>
                      </a:r>
                      <a:endParaRPr lang="en-US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C769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Finance Confirmation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381702"/>
                  </a:ext>
                </a:extLst>
              </a:tr>
              <a:tr h="2048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Customers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Customers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275317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Done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275317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Done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275317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Done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275317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Done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Pending</a:t>
                      </a:r>
                      <a:endParaRPr lang="en-US" sz="1300" kern="100" dirty="0">
                        <a:solidFill>
                          <a:srgbClr val="C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240802"/>
                  </a:ext>
                </a:extLst>
              </a:tr>
              <a:tr h="2048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Vendors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Vendors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solidFill>
                            <a:srgbClr val="275317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Done</a:t>
                      </a:r>
                      <a:endParaRPr lang="en-US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solidFill>
                            <a:srgbClr val="275317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Done</a:t>
                      </a:r>
                      <a:endParaRPr lang="en-US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275317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Done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solidFill>
                            <a:srgbClr val="275317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Done</a:t>
                      </a:r>
                      <a:endParaRPr lang="en-US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Pending</a:t>
                      </a:r>
                      <a:endParaRPr lang="en-US" sz="1300" kern="100" dirty="0">
                        <a:solidFill>
                          <a:srgbClr val="C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393591"/>
                  </a:ext>
                </a:extLst>
              </a:tr>
              <a:tr h="2048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Free Text Invoices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Rent - Sales Invoices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275317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Done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275317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Done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275317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Done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275317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Done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Pending</a:t>
                      </a:r>
                      <a:endParaRPr lang="en-US" sz="1300" kern="100" dirty="0">
                        <a:solidFill>
                          <a:srgbClr val="C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993221"/>
                  </a:ext>
                </a:extLst>
              </a:tr>
              <a:tr h="4202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Free Text Invoices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Adjustment - Credit Notes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275317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Done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275317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Done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275317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Done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275317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Done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Pending</a:t>
                      </a:r>
                      <a:endParaRPr lang="en-US" sz="1300" kern="100" dirty="0">
                        <a:solidFill>
                          <a:srgbClr val="C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894083"/>
                  </a:ext>
                </a:extLst>
              </a:tr>
              <a:tr h="2048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Free Text Invoices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Adjustment - Debit Notes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275317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Done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275317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Done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275317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Done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275317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Done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Pending</a:t>
                      </a:r>
                      <a:endParaRPr lang="en-US" sz="1300" kern="100" dirty="0">
                        <a:solidFill>
                          <a:srgbClr val="C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548514"/>
                  </a:ext>
                </a:extLst>
              </a:tr>
              <a:tr h="2048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Sales Order Invoices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Used Cars Sales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solidFill>
                            <a:srgbClr val="275317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Done</a:t>
                      </a:r>
                      <a:endParaRPr lang="en-US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275317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Done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275317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Done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275317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Done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Pending</a:t>
                      </a:r>
                      <a:endParaRPr lang="en-US" sz="1300" kern="100" dirty="0">
                        <a:solidFill>
                          <a:srgbClr val="C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098185"/>
                  </a:ext>
                </a:extLst>
              </a:tr>
              <a:tr h="2048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Payment Journals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Payments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275317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Done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275317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Done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275317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Done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275317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Done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Pending</a:t>
                      </a:r>
                      <a:endParaRPr lang="en-US" sz="1300" kern="100" dirty="0">
                        <a:solidFill>
                          <a:srgbClr val="C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332717"/>
                  </a:ext>
                </a:extLst>
              </a:tr>
              <a:tr h="2048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Vendor Invoice Journals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Purchase Invoices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solidFill>
                            <a:srgbClr val="275317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Done</a:t>
                      </a:r>
                      <a:endParaRPr lang="en-US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solidFill>
                            <a:srgbClr val="275317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Done</a:t>
                      </a:r>
                      <a:endParaRPr lang="en-US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solidFill>
                            <a:srgbClr val="275317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Done</a:t>
                      </a:r>
                      <a:endParaRPr lang="en-US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275317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Done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Pending</a:t>
                      </a:r>
                      <a:endParaRPr lang="en-US" sz="1300" kern="100" dirty="0">
                        <a:solidFill>
                          <a:srgbClr val="C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469666"/>
                  </a:ext>
                </a:extLst>
              </a:tr>
              <a:tr h="2048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Vendor Invoice Journals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Maintenance Expenses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275317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Done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275317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Done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275317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Done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275317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Done</a:t>
                      </a:r>
                      <a:endParaRPr lang="en-US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Pending</a:t>
                      </a:r>
                      <a:endParaRPr lang="en-US" sz="1300" kern="100" dirty="0">
                        <a:solidFill>
                          <a:srgbClr val="C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235" marR="722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74253"/>
                  </a:ext>
                </a:extLst>
              </a:tr>
            </a:tbl>
          </a:graphicData>
        </a:graphic>
      </p:graphicFrame>
      <p:sp>
        <p:nvSpPr>
          <p:cNvPr id="6" name="Google Shape;300;p21">
            <a:extLst>
              <a:ext uri="{FF2B5EF4-FFF2-40B4-BE49-F238E27FC236}">
                <a16:creationId xmlns:a16="http://schemas.microsoft.com/office/drawing/2014/main" id="{450B6C35-5E24-9FFE-FB8E-4BBE1E5FF3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28421" y="1605321"/>
            <a:ext cx="2834133" cy="39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ar-SA" sz="1400" dirty="0">
                <a:latin typeface="Calibri" panose="020F0502020204030204" pitchFamily="34" charset="0"/>
                <a:cs typeface="Calibri" panose="020F0502020204030204" pitchFamily="34" charset="0"/>
              </a:rPr>
              <a:t>تفاصيل مرحلة التكامل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407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A05A8B97-C12E-2767-8350-A8E0F0994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">
            <a:extLst>
              <a:ext uri="{FF2B5EF4-FFF2-40B4-BE49-F238E27FC236}">
                <a16:creationId xmlns:a16="http://schemas.microsoft.com/office/drawing/2014/main" id="{1A15BB44-1022-194C-350C-B2B238592F8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202269" y="2321985"/>
            <a:ext cx="2380218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8800" dirty="0">
                <a:solidFill>
                  <a:schemeClr val="lt1"/>
                </a:solidFill>
                <a:latin typeface="+mj-lt"/>
                <a:cs typeface="Calibri" panose="020F0502020204030204" pitchFamily="34" charset="0"/>
              </a:rPr>
              <a:t>شكرًا</a:t>
            </a:r>
            <a:endParaRPr lang="en-US" sz="8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Google Shape;221;p14">
            <a:extLst>
              <a:ext uri="{FF2B5EF4-FFF2-40B4-BE49-F238E27FC236}">
                <a16:creationId xmlns:a16="http://schemas.microsoft.com/office/drawing/2014/main" id="{26043528-5CCA-C0C1-A4EA-0D9EB68F2406}"/>
              </a:ext>
            </a:extLst>
          </p:cNvPr>
          <p:cNvPicPr preferRelativeResize="0"/>
          <p:nvPr/>
        </p:nvPicPr>
        <p:blipFill>
          <a:blip r:embed="rId3"/>
          <a:srcRect l="-3895" t="-111398" r="-3743" b="-76248"/>
          <a:stretch/>
        </p:blipFill>
        <p:spPr>
          <a:xfrm>
            <a:off x="1202218" y="831212"/>
            <a:ext cx="2574957" cy="2842680"/>
          </a:xfrm>
          <a:custGeom>
            <a:avLst/>
            <a:gdLst/>
            <a:ahLst/>
            <a:cxnLst/>
            <a:rect l="l" t="t" r="r" b="b"/>
            <a:pathLst>
              <a:path w="21598" h="21456" extrusionOk="0">
                <a:moveTo>
                  <a:pt x="10800" y="0"/>
                </a:moveTo>
                <a:cubicBezTo>
                  <a:pt x="10183" y="0"/>
                  <a:pt x="9567" y="144"/>
                  <a:pt x="9014" y="430"/>
                </a:cubicBezTo>
                <a:lnTo>
                  <a:pt x="1782" y="4189"/>
                </a:lnTo>
                <a:cubicBezTo>
                  <a:pt x="678" y="4763"/>
                  <a:pt x="0" y="5821"/>
                  <a:pt x="0" y="6968"/>
                </a:cubicBezTo>
                <a:lnTo>
                  <a:pt x="0" y="14485"/>
                </a:lnTo>
                <a:cubicBezTo>
                  <a:pt x="1" y="15633"/>
                  <a:pt x="681" y="16694"/>
                  <a:pt x="1786" y="17268"/>
                </a:cubicBezTo>
                <a:lnTo>
                  <a:pt x="9018" y="21026"/>
                </a:lnTo>
                <a:cubicBezTo>
                  <a:pt x="10122" y="21600"/>
                  <a:pt x="11480" y="21600"/>
                  <a:pt x="12585" y="21026"/>
                </a:cubicBezTo>
                <a:lnTo>
                  <a:pt x="19817" y="17268"/>
                </a:lnTo>
                <a:cubicBezTo>
                  <a:pt x="20922" y="16693"/>
                  <a:pt x="21600" y="15633"/>
                  <a:pt x="21599" y="14485"/>
                </a:cubicBezTo>
                <a:lnTo>
                  <a:pt x="21599" y="6968"/>
                </a:lnTo>
                <a:cubicBezTo>
                  <a:pt x="21599" y="5820"/>
                  <a:pt x="20922" y="4762"/>
                  <a:pt x="19817" y="4189"/>
                </a:cubicBezTo>
                <a:lnTo>
                  <a:pt x="12585" y="430"/>
                </a:lnTo>
                <a:cubicBezTo>
                  <a:pt x="12033" y="144"/>
                  <a:pt x="11416" y="0"/>
                  <a:pt x="10800" y="0"/>
                </a:cubicBezTo>
                <a:close/>
              </a:path>
            </a:pathLst>
          </a:custGeom>
          <a:noFill/>
          <a:ln>
            <a:noFill/>
          </a:ln>
          <a:effectLst>
            <a:glow rad="127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2845633738"/>
      </p:ext>
    </p:extLst>
  </p:cSld>
  <p:clrMapOvr>
    <a:masterClrMapping/>
  </p:clrMapOvr>
</p:sld>
</file>

<file path=ppt/theme/theme1.xml><?xml version="1.0" encoding="utf-8"?>
<a:theme xmlns:a="http://schemas.openxmlformats.org/drawingml/2006/main" name="Dauphin templat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uphin" id="{EAAB96EA-5ED8-472E-B4DC-F3B77D581043}" vid="{ABBF6F04-A0A7-4E7F-92B4-617E9FB05EEF}"/>
    </a:ext>
  </a:extLst>
</a:theme>
</file>

<file path=ppt/theme/theme2.xml><?xml version="1.0" encoding="utf-8"?>
<a:theme xmlns:a="http://schemas.openxmlformats.org/drawingml/2006/main" name="1_Dauphin templat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uphin" id="{EAAB96EA-5ED8-472E-B4DC-F3B77D581043}" vid="{ABBF6F04-A0A7-4E7F-92B4-617E9FB05EEF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Dauphin</Template>
  <TotalTime>261</TotalTime>
  <Words>247</Words>
  <Application>Microsoft Office PowerPoint</Application>
  <PresentationFormat>On-screen Show (16:9)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Calibri</vt:lpstr>
      <vt:lpstr>Aptos</vt:lpstr>
      <vt:lpstr>Catamaran Thin</vt:lpstr>
      <vt:lpstr>Aptos Narrow</vt:lpstr>
      <vt:lpstr>Catamaran</vt:lpstr>
      <vt:lpstr>Arial</vt:lpstr>
      <vt:lpstr>Dauphin template</vt:lpstr>
      <vt:lpstr>1_Dauphin template</vt:lpstr>
      <vt:lpstr>تقرير نظام Fleet Express</vt:lpstr>
      <vt:lpstr>ملخص المشروع</vt:lpstr>
      <vt:lpstr>ملخص المشروع</vt:lpstr>
      <vt:lpstr>الأنظمة (Modules)</vt:lpstr>
      <vt:lpstr>الأنظمة (Modules)</vt:lpstr>
      <vt:lpstr>التكامل (Integration)</vt:lpstr>
      <vt:lpstr>تكامل النظام مع MS Dynamics 365</vt:lpstr>
      <vt:lpstr>شكرًا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Saeed Ahmed Saeed Buraiah</dc:creator>
  <cp:lastModifiedBy>Easy4 ever</cp:lastModifiedBy>
  <cp:revision>19</cp:revision>
  <dcterms:created xsi:type="dcterms:W3CDTF">2025-03-27T08:20:44Z</dcterms:created>
  <dcterms:modified xsi:type="dcterms:W3CDTF">2025-04-14T13:03:14Z</dcterms:modified>
</cp:coreProperties>
</file>