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approval for expenses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Aging: 754 days   ·   Risk rating: High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2618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536192"/>
            <a:ext cx="114300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approvals not documented.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approval for expenses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11430000" cy="5559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dual approval workflow.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2026-06-08T07:32:18Z</dcterms:created>
  <dcterms:modified xsi:type="dcterms:W3CDTF">2026-06-08T07:32:18Z</dcterms:modified>
</cp:coreProperties>
</file>